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62" r:id="rId2"/>
    <p:sldMasterId id="2147483739" r:id="rId3"/>
    <p:sldMasterId id="2147483751" r:id="rId4"/>
    <p:sldMasterId id="2147483749" r:id="rId5"/>
  </p:sldMasterIdLst>
  <p:notesMasterIdLst>
    <p:notesMasterId r:id="rId10"/>
  </p:notesMasterIdLst>
  <p:handoutMasterIdLst>
    <p:handoutMasterId r:id="rId11"/>
  </p:handoutMasterIdLst>
  <p:sldIdLst>
    <p:sldId id="256" r:id="rId6"/>
    <p:sldId id="487" r:id="rId7"/>
    <p:sldId id="658" r:id="rId8"/>
    <p:sldId id="265" r:id="rId9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2880">
          <p15:clr>
            <a:srgbClr val="A4A3A4"/>
          </p15:clr>
        </p15:guide>
        <p15:guide id="3" orient="horz" pos="21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265D"/>
    <a:srgbClr val="020000"/>
    <a:srgbClr val="7C9ACC"/>
    <a:srgbClr val="F6F6F6"/>
    <a:srgbClr val="EBAFB5"/>
    <a:srgbClr val="F4D3D6"/>
    <a:srgbClr val="F9E8EA"/>
    <a:srgbClr val="30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21" autoAdjust="0"/>
    <p:restoredTop sz="94786" autoAdjust="0"/>
  </p:normalViewPr>
  <p:slideViewPr>
    <p:cSldViewPr snapToGrid="0" snapToObjects="1">
      <p:cViewPr varScale="1">
        <p:scale>
          <a:sx n="78" d="100"/>
          <a:sy n="78" d="100"/>
        </p:scale>
        <p:origin x="1642" y="67"/>
      </p:cViewPr>
      <p:guideLst>
        <p:guide pos="2880"/>
        <p:guide orient="horz" pos="2183"/>
      </p:guideLst>
    </p:cSldViewPr>
  </p:slideViewPr>
  <p:notesTextViewPr>
    <p:cViewPr>
      <p:scale>
        <a:sx n="20" d="100"/>
        <a:sy n="20" d="100"/>
      </p:scale>
      <p:origin x="0" y="0"/>
    </p:cViewPr>
  </p:notesTextViewPr>
  <p:notesViewPr>
    <p:cSldViewPr snapToGrid="0" snapToObjects="1">
      <p:cViewPr varScale="1">
        <p:scale>
          <a:sx n="75" d="100"/>
          <a:sy n="75" d="100"/>
        </p:scale>
        <p:origin x="209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5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A63A9-F13B-46F1-A93F-27AA737FD7E7}" type="datetimeFigureOut">
              <a:rPr lang="pt-BR" smtClean="0"/>
              <a:pPr/>
              <a:t>02/09/2024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2F50FE-E718-42E3-9D8A-946F780C799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71391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98697-E7EB-B84D-9726-13965ED94444}" type="datetimeFigureOut">
              <a:rPr lang="en-US" smtClean="0"/>
              <a:pPr/>
              <a:t>9/2/2024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C6CD5E-26BD-9B45-BB2F-78648736C277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9288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684C3EA-23B4-88D3-C810-17DDEE10892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7255A1CB-E51C-D8FA-4628-17C0158B51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C6CD5E-26BD-9B45-BB2F-78648736C27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727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6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581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1_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6703648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/>
              <a:t>Click to edit Master subtitle style</a:t>
            </a:r>
            <a:endParaRPr lang="en-US"/>
          </a:p>
        </p:txBody>
      </p:sp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9902"/>
            <a:ext cx="7392202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10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8566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Espaço Reservado para Imagem 10"/>
          <p:cNvSpPr>
            <a:spLocks noGrp="1"/>
          </p:cNvSpPr>
          <p:nvPr>
            <p:ph type="pic" sz="quarter" idx="13"/>
          </p:nvPr>
        </p:nvSpPr>
        <p:spPr>
          <a:xfrm>
            <a:off x="914400" y="1600199"/>
            <a:ext cx="2875280" cy="4249172"/>
          </a:xfrm>
        </p:spPr>
        <p:txBody>
          <a:bodyPr/>
          <a:lstStyle/>
          <a:p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58114" y="1600200"/>
            <a:ext cx="4207871" cy="2933299"/>
          </a:xfrm>
        </p:spPr>
        <p:txBody>
          <a:bodyPr>
            <a:normAutofit/>
          </a:bodyPr>
          <a:lstStyle>
            <a:lvl1pPr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9"/>
          <p:cNvSpPr txBox="1"/>
          <p:nvPr userDrawn="1"/>
        </p:nvSpPr>
        <p:spPr>
          <a:xfrm>
            <a:off x="947124" y="748343"/>
            <a:ext cx="4870522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SHORT </a:t>
            </a: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ok"/>
              </a:rPr>
              <a:t>BIO</a:t>
            </a:r>
          </a:p>
        </p:txBody>
      </p:sp>
      <p:sp>
        <p:nvSpPr>
          <p:cNvPr id="8" name="Rectangle 19"/>
          <p:cNvSpPr/>
          <p:nvPr userDrawn="1"/>
        </p:nvSpPr>
        <p:spPr>
          <a:xfrm>
            <a:off x="3789680" y="4672530"/>
            <a:ext cx="4576305" cy="119609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  <p:sp>
        <p:nvSpPr>
          <p:cNvPr id="10" name="Espaço Reservado para Texto 9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4090988" y="4792663"/>
            <a:ext cx="3868737" cy="828675"/>
          </a:xfrm>
        </p:spPr>
        <p:txBody>
          <a:bodyPr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Gotham-Bold"/>
              </a:defRPr>
            </a:lvl1pPr>
            <a:lvl2pPr>
              <a:defRPr sz="1800">
                <a:solidFill>
                  <a:schemeClr val="bg1"/>
                </a:solidFill>
                <a:latin typeface="Gotham-Bold"/>
              </a:defRPr>
            </a:lvl2pPr>
          </a:lstStyle>
          <a:p>
            <a:pPr lvl="0"/>
            <a:r>
              <a:rPr lang="pt-BR" dirty="0"/>
              <a:t>Prof. nome</a:t>
            </a:r>
          </a:p>
          <a:p>
            <a:pPr lvl="0"/>
            <a:r>
              <a:rPr lang="pt-BR" dirty="0" err="1"/>
              <a:t>Email</a:t>
            </a:r>
            <a:endParaRPr lang="pt-BR" dirty="0"/>
          </a:p>
        </p:txBody>
      </p:sp>
      <p:sp>
        <p:nvSpPr>
          <p:cNvPr id="13" name="Isosceles Triangle 2"/>
          <p:cNvSpPr/>
          <p:nvPr userDrawn="1"/>
        </p:nvSpPr>
        <p:spPr>
          <a:xfrm rot="16200000">
            <a:off x="3493922" y="4970503"/>
            <a:ext cx="358752" cy="241676"/>
          </a:xfrm>
          <a:prstGeom prst="triangle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aseline="-25000"/>
          </a:p>
        </p:txBody>
      </p:sp>
    </p:spTree>
    <p:extLst>
      <p:ext uri="{BB962C8B-B14F-4D97-AF65-F5344CB8AC3E}">
        <p14:creationId xmlns:p14="http://schemas.microsoft.com/office/powerpoint/2010/main" val="245854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Texto 9"/>
          <p:cNvSpPr>
            <a:spLocks noGrp="1"/>
          </p:cNvSpPr>
          <p:nvPr>
            <p:ph type="body" sz="quarter" idx="13" hasCustomPrompt="1"/>
          </p:nvPr>
        </p:nvSpPr>
        <p:spPr>
          <a:xfrm>
            <a:off x="914400" y="1750228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2" name="Espaço Reservado para Texto 11"/>
          <p:cNvSpPr>
            <a:spLocks noGrp="1"/>
          </p:cNvSpPr>
          <p:nvPr>
            <p:ph type="body" sz="quarter" idx="14"/>
          </p:nvPr>
        </p:nvSpPr>
        <p:spPr>
          <a:xfrm>
            <a:off x="914400" y="2319338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15" name="Espaço Reservado para Texto 9"/>
          <p:cNvSpPr>
            <a:spLocks noGrp="1"/>
          </p:cNvSpPr>
          <p:nvPr>
            <p:ph type="body" sz="quarter" idx="15" hasCustomPrompt="1"/>
          </p:nvPr>
        </p:nvSpPr>
        <p:spPr>
          <a:xfrm>
            <a:off x="914400" y="4215012"/>
            <a:ext cx="7238198" cy="260350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>
              <a:defRPr sz="2000">
                <a:latin typeface="Gotham-Bold"/>
              </a:defRPr>
            </a:lvl2pPr>
            <a:lvl3pPr>
              <a:defRPr sz="2000">
                <a:latin typeface="Gotham-Bold"/>
              </a:defRPr>
            </a:lvl3pPr>
            <a:lvl4pPr>
              <a:defRPr sz="2000">
                <a:latin typeface="Gotham-Bold"/>
              </a:defRPr>
            </a:lvl4pPr>
            <a:lvl5pPr>
              <a:defRPr sz="2000">
                <a:latin typeface="Gotham-Bold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</p:txBody>
      </p:sp>
      <p:sp>
        <p:nvSpPr>
          <p:cNvPr id="16" name="Espaço Reservado para Texto 11"/>
          <p:cNvSpPr>
            <a:spLocks noGrp="1"/>
          </p:cNvSpPr>
          <p:nvPr>
            <p:ph type="body" sz="quarter" idx="16"/>
          </p:nvPr>
        </p:nvSpPr>
        <p:spPr>
          <a:xfrm>
            <a:off x="914400" y="4784122"/>
            <a:ext cx="7238198" cy="1607769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742950" indent="-28575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6002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0574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9" name="TextBox 15"/>
          <p:cNvSpPr txBox="1"/>
          <p:nvPr userDrawn="1"/>
        </p:nvSpPr>
        <p:spPr>
          <a:xfrm>
            <a:off x="947124" y="745668"/>
            <a:ext cx="7004890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 Microcontroladores - MIC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8288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424539" y="2857500"/>
            <a:ext cx="6294922" cy="1143000"/>
          </a:xfrm>
        </p:spPr>
        <p:txBody>
          <a:bodyPr>
            <a:noAutofit/>
          </a:bodyPr>
          <a:lstStyle>
            <a:lvl1pPr>
              <a:defRPr sz="3600" b="1">
                <a:solidFill>
                  <a:schemeClr val="tx1"/>
                </a:solidFill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924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33654" y="749165"/>
            <a:ext cx="7315197" cy="397308"/>
          </a:xfrm>
        </p:spPr>
        <p:txBody>
          <a:bodyPr>
            <a:no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765379" y="1316730"/>
            <a:ext cx="7483472" cy="639762"/>
          </a:xfrm>
        </p:spPr>
        <p:txBody>
          <a:bodyPr anchor="b">
            <a:normAutofit/>
          </a:bodyPr>
          <a:lstStyle>
            <a:lvl1pPr marL="0" indent="0">
              <a:buNone/>
              <a:defRPr sz="2000" b="1">
                <a:latin typeface="Gotham HTF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5379" y="2174875"/>
            <a:ext cx="7618230" cy="3951288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>
              <a:defRPr sz="1600">
                <a:latin typeface="Gotham-Book"/>
              </a:defRPr>
            </a:lvl2pPr>
            <a:lvl3pPr marL="1143000" indent="-2286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>
              <a:defRPr sz="1600">
                <a:latin typeface="Gotham-Book"/>
              </a:defRPr>
            </a:lvl4pPr>
            <a:lvl5pPr>
              <a:defRPr sz="16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6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23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exto 8"/>
          <p:cNvSpPr>
            <a:spLocks noGrp="1"/>
          </p:cNvSpPr>
          <p:nvPr>
            <p:ph type="body" sz="quarter" idx="13"/>
          </p:nvPr>
        </p:nvSpPr>
        <p:spPr>
          <a:xfrm>
            <a:off x="3868103" y="1421810"/>
            <a:ext cx="4380748" cy="4873112"/>
          </a:xfrm>
        </p:spPr>
        <p:txBody>
          <a:bodyPr>
            <a:normAutofit/>
          </a:bodyPr>
          <a:lstStyle>
            <a:lvl1pPr marL="3429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1pPr>
            <a:lvl2pPr marL="8001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2pPr>
            <a:lvl3pPr marL="12573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3pPr>
            <a:lvl4pPr marL="17145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4pPr>
            <a:lvl5pPr marL="2171700" indent="-342900">
              <a:buFont typeface="Wingdings" panose="05000000000000000000" pitchFamily="2" charset="2"/>
              <a:buChar char="§"/>
              <a:defRPr sz="1600">
                <a:latin typeface="Gotham-Book"/>
              </a:defRPr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pic>
        <p:nvPicPr>
          <p:cNvPr id="10" name="Picture 3" descr="caomputador.png"/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34" y="1421810"/>
            <a:ext cx="3062891" cy="2733630"/>
          </a:xfrm>
          <a:prstGeom prst="rect">
            <a:avLst/>
          </a:prstGeom>
        </p:spPr>
      </p:pic>
      <p:pic>
        <p:nvPicPr>
          <p:cNvPr id="11" name="Picture 4" descr="chicara.png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276259">
            <a:off x="2055756" y="3444240"/>
            <a:ext cx="1559560" cy="1650015"/>
          </a:xfrm>
          <a:prstGeom prst="rect">
            <a:avLst/>
          </a:prstGeom>
        </p:spPr>
      </p:pic>
      <p:pic>
        <p:nvPicPr>
          <p:cNvPr id="12" name="Picture 6" descr="livros.png"/>
          <p:cNvPicPr>
            <a:picLocks noChangeAspect="1"/>
          </p:cNvPicPr>
          <p:nvPr userDrawn="1"/>
        </p:nvPicPr>
        <p:blipFill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87626">
            <a:off x="648591" y="4397170"/>
            <a:ext cx="2064240" cy="1700934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947123" y="736043"/>
            <a:ext cx="6801557" cy="487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2800" b="1" dirty="0">
                <a:solidFill>
                  <a:srgbClr val="303030"/>
                </a:solidFill>
                <a:latin typeface="Gotham HTF" pitchFamily="2" charset="0"/>
                <a:cs typeface="Gotham-Bold"/>
              </a:rPr>
              <a:t>REFERÊNCIAS</a:t>
            </a:r>
            <a:endParaRPr lang="en-US" sz="2800" b="1" dirty="0">
              <a:solidFill>
                <a:srgbClr val="303030"/>
              </a:solidFill>
              <a:latin typeface="Gotham HTF" pitchFamily="2" charset="0"/>
              <a:cs typeface="Gotham-Book"/>
            </a:endParaRPr>
          </a:p>
        </p:txBody>
      </p:sp>
      <p:sp>
        <p:nvSpPr>
          <p:cNvPr id="8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43957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914400" y="740277"/>
            <a:ext cx="7469188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8" name="Content Placeholder 3"/>
          <p:cNvSpPr>
            <a:spLocks noGrp="1"/>
          </p:cNvSpPr>
          <p:nvPr>
            <p:ph sz="half" idx="2"/>
          </p:nvPr>
        </p:nvSpPr>
        <p:spPr>
          <a:xfrm>
            <a:off x="914400" y="4677443"/>
            <a:ext cx="7469188" cy="1251719"/>
          </a:xfrm>
        </p:spPr>
        <p:txBody>
          <a:bodyPr>
            <a:normAutofit/>
          </a:bodyPr>
          <a:lstStyle>
            <a:lvl1pPr>
              <a:buFont typeface="Wingdings" panose="05000000000000000000" pitchFamily="2" charset="2"/>
              <a:buChar char="§"/>
              <a:defRPr sz="1200">
                <a:latin typeface="Gotham-Book"/>
              </a:defRPr>
            </a:lvl1pPr>
            <a:lvl2pPr>
              <a:buFont typeface="Wingdings" panose="05000000000000000000" pitchFamily="2" charset="2"/>
              <a:buChar char="§"/>
              <a:defRPr sz="1200">
                <a:latin typeface="Gotham-Book"/>
              </a:defRPr>
            </a:lvl2pPr>
            <a:lvl3pPr>
              <a:buFont typeface="Wingdings" panose="05000000000000000000" pitchFamily="2" charset="2"/>
              <a:buChar char="§"/>
              <a:defRPr sz="1200">
                <a:latin typeface="Gotham-Book"/>
              </a:defRPr>
            </a:lvl3pPr>
            <a:lvl4pPr>
              <a:buFont typeface="Wingdings" panose="05000000000000000000" pitchFamily="2" charset="2"/>
              <a:buChar char="§"/>
              <a:defRPr sz="1200">
                <a:latin typeface="Gotham-Book"/>
              </a:defRPr>
            </a:lvl4pPr>
            <a:lvl5pPr>
              <a:buFont typeface="Wingdings" panose="05000000000000000000" pitchFamily="2" charset="2"/>
              <a:buChar char="§"/>
              <a:defRPr sz="1200">
                <a:latin typeface="Gotham-Book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/>
              <a:t>Click to edit Master text styles</a:t>
            </a:r>
          </a:p>
          <a:p>
            <a:pPr lvl="1"/>
            <a:r>
              <a:rPr lang="x-none"/>
              <a:t>Second level</a:t>
            </a:r>
          </a:p>
          <a:p>
            <a:pPr lvl="2"/>
            <a:r>
              <a:rPr lang="x-none"/>
              <a:t>Third level</a:t>
            </a:r>
          </a:p>
          <a:p>
            <a:pPr lvl="3"/>
            <a:r>
              <a:rPr lang="x-none"/>
              <a:t>Fourth level</a:t>
            </a:r>
          </a:p>
          <a:p>
            <a:pPr lvl="4"/>
            <a:r>
              <a:rPr lang="x-none"/>
              <a:t>Fifth level</a:t>
            </a:r>
            <a:endParaRPr lang="en-US"/>
          </a:p>
        </p:txBody>
      </p:sp>
      <p:sp>
        <p:nvSpPr>
          <p:cNvPr id="10" name="Espaço Reservado para Tabela 9"/>
          <p:cNvSpPr>
            <a:spLocks noGrp="1"/>
          </p:cNvSpPr>
          <p:nvPr>
            <p:ph type="tbl" sz="quarter" idx="13"/>
          </p:nvPr>
        </p:nvSpPr>
        <p:spPr>
          <a:xfrm>
            <a:off x="914400" y="1568450"/>
            <a:ext cx="7469188" cy="2589213"/>
          </a:xfrm>
        </p:spPr>
        <p:txBody>
          <a:bodyPr>
            <a:normAutofit/>
          </a:bodyPr>
          <a:lstStyle>
            <a:lvl1pPr>
              <a:defRPr sz="1200">
                <a:latin typeface="Gotham HTF Book" pitchFamily="2" charset="0"/>
              </a:defRPr>
            </a:lvl1pPr>
          </a:lstStyle>
          <a:p>
            <a:endParaRPr lang="pt-BR" dirty="0"/>
          </a:p>
        </p:txBody>
      </p:sp>
      <p:sp>
        <p:nvSpPr>
          <p:cNvPr id="7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629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>
          <a:xfrm>
            <a:off x="914399" y="721027"/>
            <a:ext cx="7305575" cy="471234"/>
          </a:xfrm>
        </p:spPr>
        <p:txBody>
          <a:bodyPr>
            <a:normAutofit/>
          </a:bodyPr>
          <a:lstStyle>
            <a:lvl1pPr algn="l">
              <a:defRPr sz="2800" b="1">
                <a:latin typeface="Gotham HTF" pitchFamily="2" charset="0"/>
              </a:defRPr>
            </a:lvl1pPr>
          </a:lstStyle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4" name="Rectangle 20"/>
          <p:cNvSpPr/>
          <p:nvPr userDrawn="1"/>
        </p:nvSpPr>
        <p:spPr>
          <a:xfrm>
            <a:off x="765379" y="8047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339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7524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516499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Título 11"/>
          <p:cNvSpPr>
            <a:spLocks noGrp="1"/>
          </p:cNvSpPr>
          <p:nvPr>
            <p:ph type="title" hasCustomPrompt="1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Font typeface="+mj-lt"/>
              <a:buNone/>
              <a:defRPr>
                <a:latin typeface="Gotham HTF" pitchFamily="2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1115298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3377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emf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image" Target="../media/image3.emf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674039" y="3081534"/>
            <a:ext cx="5783223" cy="68223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755" r:id="rId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4"/>
          <p:cNvPicPr>
            <a:picLocks noChangeAspect="1"/>
          </p:cNvPicPr>
          <p:nvPr userDrawn="1"/>
        </p:nvPicPr>
        <p:blipFill rotWithShape="1">
          <a:blip r:embed="rId3"/>
          <a:srcRect l="21776" r="21704"/>
          <a:stretch/>
        </p:blipFill>
        <p:spPr>
          <a:xfrm>
            <a:off x="1" y="2615134"/>
            <a:ext cx="9155650" cy="2789855"/>
          </a:xfrm>
          <a:prstGeom prst="rect">
            <a:avLst/>
          </a:prstGeom>
        </p:spPr>
      </p:pic>
      <p:sp>
        <p:nvSpPr>
          <p:cNvPr id="13" name="Rectangle 3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/>
          </a:p>
        </p:txBody>
      </p:sp>
      <p:sp>
        <p:nvSpPr>
          <p:cNvPr id="8" name="Rectangle 1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18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1" name="Rectangle 22"/>
          <p:cNvSpPr/>
          <p:nvPr userDrawn="1"/>
        </p:nvSpPr>
        <p:spPr>
          <a:xfrm flipH="1">
            <a:off x="759004" y="3423920"/>
            <a:ext cx="45719" cy="12903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5"/>
          <p:cNvSpPr txBox="1"/>
          <p:nvPr userDrawn="1"/>
        </p:nvSpPr>
        <p:spPr>
          <a:xfrm>
            <a:off x="1011882" y="3341906"/>
            <a:ext cx="7166918" cy="5437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3200" b="1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ENGENHARIA</a:t>
            </a:r>
            <a:r>
              <a:rPr lang="en-US" sz="3200" b="1" baseline="0" dirty="0">
                <a:solidFill>
                  <a:srgbClr val="FFFFFF"/>
                </a:solidFill>
                <a:latin typeface="Gotham HTF" pitchFamily="2" charset="0"/>
                <a:cs typeface="Gotham-Bold"/>
              </a:rPr>
              <a:t> MECATRÔNICA</a:t>
            </a:r>
            <a:endParaRPr lang="en-US" sz="3200" b="1" dirty="0">
              <a:solidFill>
                <a:srgbClr val="FFFFFF"/>
              </a:solidFill>
              <a:latin typeface="Gotham HTF" pitchFamily="2" charset="0"/>
              <a:cs typeface="Gotham-Bold"/>
            </a:endParaRPr>
          </a:p>
        </p:txBody>
      </p:sp>
      <p:sp>
        <p:nvSpPr>
          <p:cNvPr id="17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spcBef>
          <a:spcPct val="20000"/>
        </a:spcBef>
        <a:buFont typeface="Arial" pitchFamily="34" charset="0"/>
        <a:buNone/>
        <a:defRPr sz="3200" kern="1200">
          <a:solidFill>
            <a:schemeClr val="bg1"/>
          </a:solidFill>
          <a:latin typeface="Gotham-Bold"/>
          <a:ea typeface="+mn-ea"/>
          <a:cs typeface="+mn-cs"/>
        </a:defRPr>
      </a:lvl1pPr>
      <a:lvl2pPr marL="4572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2pPr>
      <a:lvl3pPr marL="914400" indent="0" algn="l" defTabSz="914400" rtl="0" eaLnBrk="1" latinLnBrk="0" hangingPunct="1">
        <a:spcBef>
          <a:spcPct val="20000"/>
        </a:spcBef>
        <a:buFont typeface="Arial" pitchFamily="34" charset="0"/>
        <a:buNone/>
        <a:defRPr sz="2200" kern="1200">
          <a:solidFill>
            <a:schemeClr val="bg1"/>
          </a:solidFill>
          <a:latin typeface="Gotham-Book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200" kern="1200">
          <a:solidFill>
            <a:schemeClr val="bg1"/>
          </a:solidFill>
          <a:latin typeface="Gotham-Book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33652" y="697656"/>
            <a:ext cx="7443468" cy="58522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x-none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3651" y="1600200"/>
            <a:ext cx="74434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x-none" dirty="0"/>
              <a:t>Click to edit Master text styles</a:t>
            </a:r>
          </a:p>
          <a:p>
            <a:pPr lvl="1"/>
            <a:r>
              <a:rPr lang="x-none" dirty="0"/>
              <a:t>Second level</a:t>
            </a:r>
          </a:p>
          <a:p>
            <a:pPr lvl="2"/>
            <a:r>
              <a:rPr lang="x-none" dirty="0"/>
              <a:t>Third level</a:t>
            </a:r>
          </a:p>
          <a:p>
            <a:pPr lvl="3"/>
            <a:r>
              <a:rPr lang="x-none" dirty="0"/>
              <a:t>Fourth level</a:t>
            </a:r>
          </a:p>
          <a:p>
            <a:pPr lvl="4"/>
            <a:r>
              <a:rPr lang="x-none" dirty="0"/>
              <a:t>Fifth level</a:t>
            </a:r>
            <a:endParaRPr lang="en-US" dirty="0"/>
          </a:p>
        </p:txBody>
      </p:sp>
      <p:sp>
        <p:nvSpPr>
          <p:cNvPr id="15" name="Rectangle 14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7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7829017" y="329329"/>
            <a:ext cx="997107" cy="272893"/>
          </a:xfrm>
          <a:prstGeom prst="rect">
            <a:avLst/>
          </a:prstGeom>
        </p:spPr>
      </p:pic>
      <p:sp>
        <p:nvSpPr>
          <p:cNvPr id="19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1" name="Rectangle 20"/>
          <p:cNvSpPr/>
          <p:nvPr userDrawn="1"/>
        </p:nvSpPr>
        <p:spPr>
          <a:xfrm>
            <a:off x="765379" y="843279"/>
            <a:ext cx="72000" cy="284481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062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54" r:id="rId10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1" kern="1200">
          <a:solidFill>
            <a:schemeClr val="tx1"/>
          </a:solidFill>
          <a:latin typeface="Gotham HTF" pitchFamily="2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4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2pPr>
      <a:lvl3pPr marL="1257300" indent="-342900" algn="l" defTabSz="457200" rtl="0" eaLnBrk="1" latinLnBrk="0" hangingPunct="1">
        <a:spcBef>
          <a:spcPct val="200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800" kern="1200">
          <a:solidFill>
            <a:schemeClr val="tx1"/>
          </a:solidFill>
          <a:latin typeface="Gotham HTF Book" pitchFamily="2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9" name="Rectangle 5"/>
          <p:cNvSpPr/>
          <p:nvPr userDrawn="1"/>
        </p:nvSpPr>
        <p:spPr>
          <a:xfrm>
            <a:off x="0" y="0"/>
            <a:ext cx="9144000" cy="78757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11"/>
          <p:cNvSpPr/>
          <p:nvPr userDrawn="1"/>
        </p:nvSpPr>
        <p:spPr>
          <a:xfrm>
            <a:off x="8365985" y="6141017"/>
            <a:ext cx="789666" cy="410186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28"/>
          <p:cNvSpPr>
            <a:spLocks noChangeArrowheads="1"/>
          </p:cNvSpPr>
          <p:nvPr userDrawn="1"/>
        </p:nvSpPr>
        <p:spPr bwMode="auto">
          <a:xfrm>
            <a:off x="8377119" y="6199266"/>
            <a:ext cx="439223" cy="2776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92075" tIns="46038" rIns="92075" bIns="46038">
            <a:spAutoFit/>
          </a:bodyPr>
          <a:lstStyle/>
          <a:p>
            <a:pPr algn="ctr">
              <a:defRPr/>
            </a:pPr>
            <a:fld id="{8F7506AB-1D79-4CD0-8D2E-1AD89BACC529}" type="slidenum">
              <a:rPr lang="en-US" sz="1200" b="1" i="0">
                <a:solidFill>
                  <a:schemeClr val="bg1"/>
                </a:solidFill>
                <a:latin typeface="Gotham-Bold"/>
              </a:rPr>
              <a:pPr algn="ctr">
                <a:defRPr/>
              </a:pPr>
              <a:t>‹nº›</a:t>
            </a:fld>
            <a:endParaRPr lang="en-US" sz="1200" b="1" i="0" dirty="0">
              <a:solidFill>
                <a:schemeClr val="bg1"/>
              </a:solidFill>
              <a:latin typeface="Gotham-Bold"/>
            </a:endParaRPr>
          </a:p>
        </p:txBody>
      </p:sp>
      <p:sp>
        <p:nvSpPr>
          <p:cNvPr id="12" name="Espaço Reservado para Título 11"/>
          <p:cNvSpPr>
            <a:spLocks noGrp="1"/>
          </p:cNvSpPr>
          <p:nvPr>
            <p:ph type="title"/>
          </p:nvPr>
        </p:nvSpPr>
        <p:spPr>
          <a:xfrm>
            <a:off x="628650" y="276621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540331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Gotham HTF" pitchFamily="2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26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 userDrawn="1"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4"/>
          <p:cNvSpPr/>
          <p:nvPr userDrawn="1"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  <p:sp>
        <p:nvSpPr>
          <p:cNvPr id="12" name="Rectangle 1026"/>
          <p:cNvSpPr>
            <a:spLocks noChangeArrowheads="1"/>
          </p:cNvSpPr>
          <p:nvPr userDrawn="1"/>
        </p:nvSpPr>
        <p:spPr bwMode="auto">
          <a:xfrm>
            <a:off x="1053372" y="3222882"/>
            <a:ext cx="6784136" cy="145950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b="1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2022  Prof. Dr. Nivaldo Zafalon Junior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-Book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-Book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-Book"/>
                <a:cs typeface="Gotham-Book"/>
              </a:rPr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84478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9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Imagem 2">
            <a:extLst>
              <a:ext uri="{FF2B5EF4-FFF2-40B4-BE49-F238E27FC236}">
                <a16:creationId xmlns:a16="http://schemas.microsoft.com/office/drawing/2014/main" id="{DB397901-B8D4-72B6-2BAC-AB6391BF5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988" t="999" r="12988"/>
          <a:stretch>
            <a:fillRect/>
          </a:stretch>
        </p:blipFill>
        <p:spPr bwMode="auto">
          <a:xfrm>
            <a:off x="0" y="0"/>
            <a:ext cx="9117013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4"/>
          <p:cNvSpPr>
            <a:spLocks noChangeArrowheads="1"/>
          </p:cNvSpPr>
          <p:nvPr/>
        </p:nvSpPr>
        <p:spPr bwMode="auto">
          <a:xfrm>
            <a:off x="820971" y="748785"/>
            <a:ext cx="9143999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1pPr>
            <a:lvl2pPr marL="742950" indent="-28575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2pPr>
            <a:lvl3pPr marL="11430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3pPr>
            <a:lvl4pPr marL="16002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4pPr>
            <a:lvl5pPr marL="2057400" indent="-228600"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 u="sng">
                <a:solidFill>
                  <a:schemeClr val="bg2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pt-BR" altLang="pt-BR" sz="2600" b="1" u="none" dirty="0">
                <a:solidFill>
                  <a:srgbClr val="FF0000"/>
                </a:solidFill>
              </a:rPr>
              <a:t>NAC: Hidra – Desafio Robô!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5FD461B-9817-A2BC-651D-7283361B771A}"/>
              </a:ext>
            </a:extLst>
          </p:cNvPr>
          <p:cNvSpPr txBox="1"/>
          <p:nvPr/>
        </p:nvSpPr>
        <p:spPr>
          <a:xfrm>
            <a:off x="705453" y="1329222"/>
            <a:ext cx="755611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Utilizando o mesmo robô da última atividade, imagine que agora o robô está recendo o sinal de um Rádio Controle que permite que o robô execute qualquer movimento andando de 0 a 180 graus. Crie um código no HIDA que execute esses movimentos! As informações recebidas do Rádio Controle são: ângulo e movimento para frente e para trás.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4FAE84D7-5857-9996-8BE3-F8AC13658E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5068" y="2806550"/>
            <a:ext cx="2136881" cy="3804295"/>
          </a:xfrm>
          <a:prstGeom prst="rect">
            <a:avLst/>
          </a:prstGeom>
        </p:spPr>
      </p:pic>
      <p:sp>
        <p:nvSpPr>
          <p:cNvPr id="7" name="Seta: Curva para Baixo 6">
            <a:extLst>
              <a:ext uri="{FF2B5EF4-FFF2-40B4-BE49-F238E27FC236}">
                <a16:creationId xmlns:a16="http://schemas.microsoft.com/office/drawing/2014/main" id="{CAEA5CFC-58EB-B1BD-40B3-622FD8B4271A}"/>
              </a:ext>
            </a:extLst>
          </p:cNvPr>
          <p:cNvSpPr/>
          <p:nvPr/>
        </p:nvSpPr>
        <p:spPr>
          <a:xfrm>
            <a:off x="3647766" y="5053780"/>
            <a:ext cx="681701" cy="373626"/>
          </a:xfrm>
          <a:prstGeom prst="curved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8" name="Seta: Curva para Baixo 7">
            <a:extLst>
              <a:ext uri="{FF2B5EF4-FFF2-40B4-BE49-F238E27FC236}">
                <a16:creationId xmlns:a16="http://schemas.microsoft.com/office/drawing/2014/main" id="{A9678A85-755A-E275-5926-485AF1CC9559}"/>
              </a:ext>
            </a:extLst>
          </p:cNvPr>
          <p:cNvSpPr/>
          <p:nvPr/>
        </p:nvSpPr>
        <p:spPr>
          <a:xfrm flipH="1">
            <a:off x="3495355" y="4866967"/>
            <a:ext cx="938992" cy="373626"/>
          </a:xfrm>
          <a:prstGeom prst="curvedDownArrow">
            <a:avLst/>
          </a:prstGeom>
          <a:solidFill>
            <a:srgbClr val="00B0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10" name="Seta: de Cima para Baixo 9">
            <a:extLst>
              <a:ext uri="{FF2B5EF4-FFF2-40B4-BE49-F238E27FC236}">
                <a16:creationId xmlns:a16="http://schemas.microsoft.com/office/drawing/2014/main" id="{BD440B54-6D19-FC99-EF34-68783C3DC1A1}"/>
              </a:ext>
            </a:extLst>
          </p:cNvPr>
          <p:cNvSpPr/>
          <p:nvPr/>
        </p:nvSpPr>
        <p:spPr>
          <a:xfrm>
            <a:off x="5156996" y="4896464"/>
            <a:ext cx="235974" cy="688258"/>
          </a:xfrm>
          <a:prstGeom prst="up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4499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2580640"/>
            <a:ext cx="9144000" cy="282448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026"/>
          <p:cNvSpPr>
            <a:spLocks noChangeArrowheads="1"/>
          </p:cNvSpPr>
          <p:nvPr/>
        </p:nvSpPr>
        <p:spPr bwMode="auto">
          <a:xfrm>
            <a:off x="1053371" y="3387982"/>
            <a:ext cx="6862719" cy="1445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2075" tIns="46038" rIns="92075" bIns="46038">
            <a:spAutoFit/>
          </a:bodyPr>
          <a:lstStyle/>
          <a:p>
            <a:pPr>
              <a:defRPr/>
            </a:pP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Copyright © 2024  Prof. Dr. Sandro </a:t>
            </a:r>
            <a:r>
              <a:rPr kumimoji="1" lang="en-US" sz="2000" dirty="0" err="1">
                <a:solidFill>
                  <a:schemeClr val="bg1"/>
                </a:solidFill>
                <a:latin typeface="Gotham HTF" pitchFamily="2" charset="0"/>
                <a:cs typeface="Gotham-Bold"/>
              </a:rPr>
              <a:t>Aparecido</a:t>
            </a:r>
            <a:r>
              <a:rPr kumimoji="1" lang="en-US" sz="2000" dirty="0">
                <a:solidFill>
                  <a:schemeClr val="bg1"/>
                </a:solidFill>
                <a:latin typeface="Gotham HTF" pitchFamily="2" charset="0"/>
                <a:cs typeface="Gotham-Bold"/>
              </a:rPr>
              <a:t> Ferraz</a:t>
            </a:r>
          </a:p>
          <a:p>
            <a:pPr>
              <a:defRPr/>
            </a:pPr>
            <a:endParaRPr kumimoji="1" lang="en-US" sz="1600" dirty="0">
              <a:solidFill>
                <a:schemeClr val="bg1"/>
              </a:solidFill>
              <a:latin typeface="Gotham-Book"/>
              <a:cs typeface="Gotham-Book"/>
            </a:endParaRPr>
          </a:p>
          <a:p>
            <a:pPr>
              <a:lnSpc>
                <a:spcPct val="110000"/>
              </a:lnSpc>
              <a:defRPr/>
            </a:pP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Todos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direitos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reservados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.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Reprodução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divulgação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total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ou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parcial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deste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documento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é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expressamente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proíbido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sem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o </a:t>
            </a:r>
            <a:r>
              <a:rPr kumimoji="1" lang="pt-BR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consentimento formal, por escrito,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 do Professor (</a:t>
            </a:r>
            <a:r>
              <a:rPr kumimoji="1" lang="en-US" sz="1600" dirty="0" err="1">
                <a:solidFill>
                  <a:schemeClr val="bg1"/>
                </a:solidFill>
                <a:latin typeface="Gotham HTF Book" pitchFamily="2" charset="0"/>
                <a:cs typeface="Gotham-Book"/>
              </a:rPr>
              <a:t>autor</a:t>
            </a:r>
            <a:r>
              <a:rPr kumimoji="1" lang="en-US" sz="1600" dirty="0">
                <a:solidFill>
                  <a:schemeClr val="bg1"/>
                </a:solidFill>
                <a:latin typeface="Gotham HTF Book" pitchFamily="2" charset="0"/>
                <a:cs typeface="Gotham-Book"/>
              </a:rPr>
              <a:t>).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7966" y="3342641"/>
            <a:ext cx="72000" cy="1239520"/>
          </a:xfrm>
          <a:prstGeom prst="rect">
            <a:avLst/>
          </a:prstGeom>
          <a:solidFill>
            <a:srgbClr val="F02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37508" y="333716"/>
            <a:ext cx="975616" cy="267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9594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:mv="urn:schemas-microsoft-com:mac:vml" xmlns="">
      <mp:transition xmlns:mp="http://schemas.microsoft.com/office/mac/powerpoint/2008/main" spd="slow"/>
    </mc:Fallback>
  </mc:AlternateContent>
</p:sld>
</file>

<file path=ppt/theme/theme1.xml><?xml version="1.0" encoding="utf-8"?>
<a:theme xmlns:a="http://schemas.openxmlformats.org/drawingml/2006/main" name="Default Theme">
  <a:themeElements>
    <a:clrScheme name="Opulento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Escritório Clássico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2_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7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Theme.thmx</Template>
  <TotalTime>3759</TotalTime>
  <Words>109</Words>
  <Application>Microsoft Office PowerPoint</Application>
  <PresentationFormat>Apresentação na tela (4:3)</PresentationFormat>
  <Paragraphs>6</Paragraphs>
  <Slides>4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5</vt:i4>
      </vt:variant>
      <vt:variant>
        <vt:lpstr>Títulos de slides</vt:lpstr>
      </vt:variant>
      <vt:variant>
        <vt:i4>4</vt:i4>
      </vt:variant>
    </vt:vector>
  </HeadingPairs>
  <TitlesOfParts>
    <vt:vector size="16" baseType="lpstr">
      <vt:lpstr>Arial</vt:lpstr>
      <vt:lpstr>Calibri</vt:lpstr>
      <vt:lpstr>Gotham HTF</vt:lpstr>
      <vt:lpstr>Gotham HTF Book</vt:lpstr>
      <vt:lpstr>Gotham-Bold</vt:lpstr>
      <vt:lpstr>Gotham-Book</vt:lpstr>
      <vt:lpstr>Wingdings</vt:lpstr>
      <vt:lpstr>Default Theme</vt:lpstr>
      <vt:lpstr>1_Personalizar design</vt:lpstr>
      <vt:lpstr>Office Theme</vt:lpstr>
      <vt:lpstr>2_Personalizar design</vt:lpstr>
      <vt:lpstr>Personalizar design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FIAP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Juliana Reyes</dc:creator>
  <cp:lastModifiedBy>Sandro Ferraz</cp:lastModifiedBy>
  <cp:revision>493</cp:revision>
  <cp:lastPrinted>2016-02-15T09:06:24Z</cp:lastPrinted>
  <dcterms:created xsi:type="dcterms:W3CDTF">2015-02-07T21:24:47Z</dcterms:created>
  <dcterms:modified xsi:type="dcterms:W3CDTF">2024-09-02T12:06:19Z</dcterms:modified>
</cp:coreProperties>
</file>