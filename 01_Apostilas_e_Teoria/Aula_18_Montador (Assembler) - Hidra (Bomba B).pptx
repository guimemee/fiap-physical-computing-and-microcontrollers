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0"/>
  </p:notesMasterIdLst>
  <p:handoutMasterIdLst>
    <p:handoutMasterId r:id="rId11"/>
  </p:handoutMasterIdLst>
  <p:sldIdLst>
    <p:sldId id="256" r:id="rId6"/>
    <p:sldId id="487" r:id="rId7"/>
    <p:sldId id="658" r:id="rId8"/>
    <p:sldId id="265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8" d="100"/>
          <a:sy n="78" d="100"/>
        </p:scale>
        <p:origin x="1642" y="67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20/08/2024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Hidra - Bomba relógio! </a:t>
            </a:r>
            <a:r>
              <a:rPr lang="pt-BR" altLang="pt-BR" sz="2600" b="1" u="none">
                <a:solidFill>
                  <a:srgbClr val="FF0000"/>
                </a:solidFill>
              </a:rPr>
              <a:t>Parte 2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CBF48A8-D675-2496-6C11-779256769B1C}"/>
              </a:ext>
            </a:extLst>
          </p:cNvPr>
          <p:cNvSpPr txBox="1"/>
          <p:nvPr/>
        </p:nvSpPr>
        <p:spPr>
          <a:xfrm>
            <a:off x="677736" y="1235007"/>
            <a:ext cx="780486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O display de 7 segmentos é ainda muito utilizado em  muitos dispositivos eletrônicos.  Ele é principalmente utilizado para ilustrar valor numéricos de forma rápida e barata. Os números são apresentados, com uma sequência de leds ativados (acesos). Na imagem abaixo, vemos o display de 7 segmentos. Observe que uma sequência de leds ativados (representados pelas letras de </a:t>
            </a:r>
            <a:r>
              <a:rPr lang="pt-BR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500" b="1" i="1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), representam os números.</a:t>
            </a:r>
          </a:p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Assim, monte em Assembly (utilizando o Hidra) um programa que </a:t>
            </a:r>
            <a:r>
              <a:rPr lang="pt-BR" sz="1500" b="1" dirty="0">
                <a:latin typeface="Arial" panose="020B0604020202020204" pitchFamily="34" charset="0"/>
                <a:cs typeface="Arial" panose="020B0604020202020204" pitchFamily="34" charset="0"/>
              </a:rPr>
              <a:t>gere um contador decrescente de 9 a 0 (zero), com subtração, </a:t>
            </a:r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para colocar em uma bomba relógio de tempo regressivo! </a:t>
            </a:r>
          </a:p>
          <a:p>
            <a:pPr algn="just"/>
            <a:r>
              <a:rPr lang="pt-BR" sz="1500" dirty="0">
                <a:latin typeface="Arial" panose="020B0604020202020204" pitchFamily="34" charset="0"/>
                <a:cs typeface="Arial" panose="020B0604020202020204" pitchFamily="34" charset="0"/>
              </a:rPr>
              <a:t>Lembre-se que que 0 desativa o LED e 1 ativa o LED. Esta ativação ocorrerá, quando o seu programa enviar em um endereço correspondente a um determinado LED o valor 0 (desativado) e 1 Ativado). Utilize um display de 7 segmentos.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18B374B-298B-B830-5885-F3CE9B58034C}"/>
              </a:ext>
            </a:extLst>
          </p:cNvPr>
          <p:cNvSpPr txBox="1"/>
          <p:nvPr/>
        </p:nvSpPr>
        <p:spPr>
          <a:xfrm>
            <a:off x="5392970" y="3817445"/>
            <a:ext cx="2062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Endereços dos LEDs do display:</a:t>
            </a:r>
          </a:p>
          <a:p>
            <a:endParaRPr lang="pt-BR" b="1" dirty="0">
              <a:solidFill>
                <a:srgbClr val="FF0000"/>
              </a:solidFill>
            </a:endParaRPr>
          </a:p>
          <a:p>
            <a:r>
              <a:rPr lang="pt-BR" dirty="0">
                <a:solidFill>
                  <a:srgbClr val="FF0000"/>
                </a:solidFill>
              </a:rPr>
              <a:t>a -&gt; 244</a:t>
            </a:r>
          </a:p>
          <a:p>
            <a:r>
              <a:rPr lang="pt-BR" dirty="0">
                <a:solidFill>
                  <a:srgbClr val="FF0000"/>
                </a:solidFill>
              </a:rPr>
              <a:t>b-&gt; 245</a:t>
            </a:r>
          </a:p>
          <a:p>
            <a:r>
              <a:rPr lang="pt-BR" dirty="0">
                <a:solidFill>
                  <a:srgbClr val="FF0000"/>
                </a:solidFill>
              </a:rPr>
              <a:t>c -&gt; 246</a:t>
            </a:r>
          </a:p>
          <a:p>
            <a:r>
              <a:rPr lang="pt-BR" dirty="0">
                <a:solidFill>
                  <a:srgbClr val="FF0000"/>
                </a:solidFill>
              </a:rPr>
              <a:t>d -&gt; 247</a:t>
            </a:r>
          </a:p>
          <a:p>
            <a:r>
              <a:rPr lang="pt-BR" dirty="0">
                <a:solidFill>
                  <a:srgbClr val="FF0000"/>
                </a:solidFill>
              </a:rPr>
              <a:t>e -&gt; 248</a:t>
            </a:r>
          </a:p>
          <a:p>
            <a:r>
              <a:rPr lang="pt-BR" dirty="0">
                <a:solidFill>
                  <a:srgbClr val="FF0000"/>
                </a:solidFill>
              </a:rPr>
              <a:t>f -&gt; 249</a:t>
            </a:r>
          </a:p>
          <a:p>
            <a:r>
              <a:rPr lang="pt-BR" dirty="0">
                <a:solidFill>
                  <a:srgbClr val="FF0000"/>
                </a:solidFill>
              </a:rPr>
              <a:t>g -&gt; 250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70298AB-6440-CCA5-4E79-98C1E81F20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34" t="59980" r="52555" b="1704"/>
          <a:stretch/>
        </p:blipFill>
        <p:spPr>
          <a:xfrm>
            <a:off x="3351595" y="4474454"/>
            <a:ext cx="1381760" cy="1970786"/>
          </a:xfrm>
          <a:prstGeom prst="rect">
            <a:avLst/>
          </a:prstGeom>
        </p:spPr>
      </p:pic>
      <p:pic>
        <p:nvPicPr>
          <p:cNvPr id="7" name="Picture 2" descr="Esta bomba-relógio não deve ser levada na mala de viagem - TecMundo">
            <a:extLst>
              <a:ext uri="{FF2B5EF4-FFF2-40B4-BE49-F238E27FC236}">
                <a16:creationId xmlns:a16="http://schemas.microsoft.com/office/drawing/2014/main" id="{4F1BB3EA-75C1-278A-6D75-7B7D5EA23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49" y="3978967"/>
            <a:ext cx="2567131" cy="280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449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3723</TotalTime>
  <Words>230</Words>
  <Application>Microsoft Office PowerPoint</Application>
  <PresentationFormat>Apresentação na tela (4:3)</PresentationFormat>
  <Paragraphs>17</Paragraphs>
  <Slides>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4</vt:i4>
      </vt:variant>
    </vt:vector>
  </HeadingPairs>
  <TitlesOfParts>
    <vt:vector size="16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497</cp:revision>
  <cp:lastPrinted>2016-02-15T09:06:24Z</cp:lastPrinted>
  <dcterms:created xsi:type="dcterms:W3CDTF">2015-02-07T21:24:47Z</dcterms:created>
  <dcterms:modified xsi:type="dcterms:W3CDTF">2024-08-20T19:54:26Z</dcterms:modified>
</cp:coreProperties>
</file>