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739" r:id="rId3"/>
    <p:sldMasterId id="2147483751" r:id="rId4"/>
  </p:sldMasterIdLst>
  <p:notesMasterIdLst>
    <p:notesMasterId r:id="rId24"/>
  </p:notesMasterIdLst>
  <p:handoutMasterIdLst>
    <p:handoutMasterId r:id="rId25"/>
  </p:handoutMasterIdLst>
  <p:sldIdLst>
    <p:sldId id="256" r:id="rId5"/>
    <p:sldId id="487" r:id="rId6"/>
    <p:sldId id="531" r:id="rId7"/>
    <p:sldId id="516" r:id="rId8"/>
    <p:sldId id="517" r:id="rId9"/>
    <p:sldId id="518" r:id="rId10"/>
    <p:sldId id="519" r:id="rId11"/>
    <p:sldId id="520" r:id="rId12"/>
    <p:sldId id="521" r:id="rId13"/>
    <p:sldId id="522" r:id="rId14"/>
    <p:sldId id="523" r:id="rId15"/>
    <p:sldId id="597" r:id="rId16"/>
    <p:sldId id="524" r:id="rId17"/>
    <p:sldId id="525" r:id="rId18"/>
    <p:sldId id="526" r:id="rId19"/>
    <p:sldId id="307" r:id="rId20"/>
    <p:sldId id="560" r:id="rId21"/>
    <p:sldId id="592" r:id="rId22"/>
    <p:sldId id="498" r:id="rId23"/>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0000"/>
    <a:srgbClr val="F0265D"/>
    <a:srgbClr val="F6F6F6"/>
    <a:srgbClr val="EBAFB5"/>
    <a:srgbClr val="F4D3D6"/>
    <a:srgbClr val="F9E8EA"/>
    <a:srgbClr val="3030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660"/>
  </p:normalViewPr>
  <p:slideViewPr>
    <p:cSldViewPr snapToGrid="0" snapToObjects="1">
      <p:cViewPr varScale="1">
        <p:scale>
          <a:sx n="77" d="100"/>
          <a:sy n="77" d="100"/>
        </p:scale>
        <p:origin x="1526" y="67"/>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75" d="100"/>
          <a:sy n="75" d="100"/>
        </p:scale>
        <p:origin x="2094"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1A63A9-F13B-46F1-A93F-27AA737FD7E7}" type="datetimeFigureOut">
              <a:rPr lang="pt-BR" smtClean="0"/>
              <a:pPr/>
              <a:t>21/03/2023</a:t>
            </a:fld>
            <a:endParaRPr lang="pt-BR"/>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2F50FE-E718-42E3-9D8A-946F780C799B}" type="slidenum">
              <a:rPr lang="pt-BR" smtClean="0"/>
              <a:pPr/>
              <a:t>‹nº›</a:t>
            </a:fld>
            <a:endParaRPr lang="pt-BR"/>
          </a:p>
        </p:txBody>
      </p:sp>
    </p:spTree>
    <p:extLst>
      <p:ext uri="{BB962C8B-B14F-4D97-AF65-F5344CB8AC3E}">
        <p14:creationId xmlns:p14="http://schemas.microsoft.com/office/powerpoint/2010/main" val="31571391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498697-E7EB-B84D-9726-13965ED94444}" type="datetimeFigureOut">
              <a:rPr lang="en-US" smtClean="0"/>
              <a:pPr/>
              <a:t>3/21/2023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C6CD5E-26BD-9B45-BB2F-78648736C277}" type="slidenum">
              <a:rPr lang="en-US" smtClean="0"/>
              <a:pPr/>
              <a:t>‹nº›</a:t>
            </a:fld>
            <a:endParaRPr lang="en-US"/>
          </a:p>
        </p:txBody>
      </p:sp>
    </p:spTree>
    <p:extLst>
      <p:ext uri="{BB962C8B-B14F-4D97-AF65-F5344CB8AC3E}">
        <p14:creationId xmlns:p14="http://schemas.microsoft.com/office/powerpoint/2010/main" val="7992882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684C3EA-23B4-88D3-C810-17DDEE10892E}"/>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7255A1CB-E51C-D8FA-4628-17C0158B51A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D9BA100-046C-745C-CFD1-D5E5F3243C45}"/>
              </a:ext>
            </a:extLst>
          </p:cNvPr>
          <p:cNvSpPr>
            <a:spLocks noGrp="1" noRot="1" noChangeAspect="1" noChangeArrowheads="1" noTextEdit="1"/>
          </p:cNvSpPr>
          <p:nvPr>
            <p:ph type="sldImg"/>
          </p:nvPr>
        </p:nvSpPr>
        <p:spPr>
          <a:ln/>
        </p:spPr>
      </p:sp>
      <p:sp>
        <p:nvSpPr>
          <p:cNvPr id="9219" name="Rectangle 3">
            <a:extLst>
              <a:ext uri="{FF2B5EF4-FFF2-40B4-BE49-F238E27FC236}">
                <a16:creationId xmlns:a16="http://schemas.microsoft.com/office/drawing/2014/main" id="{1ABB84A8-FDFB-6B5E-086A-B98D8B03961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p:spPr>
        <p:txBody>
          <a:bodyPr/>
          <a:lstStyle/>
          <a:p>
            <a:endParaRPr lang="pt-BR" altLang="pt-BR"/>
          </a:p>
        </p:txBody>
      </p:sp>
    </p:spTree>
    <p:extLst>
      <p:ext uri="{BB962C8B-B14F-4D97-AF65-F5344CB8AC3E}">
        <p14:creationId xmlns:p14="http://schemas.microsoft.com/office/powerpoint/2010/main" val="1756101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p:spPr>
        <p:txBody>
          <a:bodyPr/>
          <a:lstStyle/>
          <a:p>
            <a:endParaRPr lang="pt-BR" altLang="pt-BR"/>
          </a:p>
        </p:txBody>
      </p:sp>
    </p:spTree>
    <p:extLst>
      <p:ext uri="{BB962C8B-B14F-4D97-AF65-F5344CB8AC3E}">
        <p14:creationId xmlns:p14="http://schemas.microsoft.com/office/powerpoint/2010/main" val="3449076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Espaço Reservado para Imagem de Slide 1">
            <a:extLst>
              <a:ext uri="{FF2B5EF4-FFF2-40B4-BE49-F238E27FC236}">
                <a16:creationId xmlns:a16="http://schemas.microsoft.com/office/drawing/2014/main" id="{2E5EAA4D-734C-FB2B-5805-93F6F42ACF27}"/>
              </a:ext>
            </a:extLst>
          </p:cNvPr>
          <p:cNvSpPr>
            <a:spLocks noGrp="1" noRot="1" noChangeAspect="1" noChangeArrowheads="1" noTextEdit="1"/>
          </p:cNvSpPr>
          <p:nvPr>
            <p:ph type="sldImg"/>
          </p:nvPr>
        </p:nvSpPr>
        <p:spPr>
          <a:ln/>
        </p:spPr>
      </p:sp>
      <p:sp>
        <p:nvSpPr>
          <p:cNvPr id="73731" name="Espaço Reservado para Anotações 2">
            <a:extLst>
              <a:ext uri="{FF2B5EF4-FFF2-40B4-BE49-F238E27FC236}">
                <a16:creationId xmlns:a16="http://schemas.microsoft.com/office/drawing/2014/main" id="{65460698-FC29-6A3E-74F5-58B9BB3853B7}"/>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latin typeface="Arial" panose="020B0604020202020204" pitchFamily="34" charset="0"/>
            </a:endParaRPr>
          </a:p>
        </p:txBody>
      </p:sp>
      <p:sp>
        <p:nvSpPr>
          <p:cNvPr id="73732" name="Espaço Reservado para Número de Slide 3">
            <a:extLst>
              <a:ext uri="{FF2B5EF4-FFF2-40B4-BE49-F238E27FC236}">
                <a16:creationId xmlns:a16="http://schemas.microsoft.com/office/drawing/2014/main" id="{A035F7C8-9F59-BDC4-BA1A-3BF8398FF8C0}"/>
              </a:ext>
            </a:extLst>
          </p:cNvPr>
          <p:cNvSpPr>
            <a:spLocks noGrp="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fld id="{9F3ECB2A-6AF7-410F-A7D7-63C12142FD9A}" type="slidenum">
              <a:rPr lang="en-US" altLang="pt-BR" sz="1200">
                <a:solidFill>
                  <a:schemeClr val="tx1"/>
                </a:solidFill>
                <a:latin typeface="Calibri" panose="020F0502020204030204" pitchFamily="34" charset="0"/>
                <a:ea typeface="MS PGothic" panose="020B0600070205080204" pitchFamily="34" charset="-128"/>
              </a:rPr>
              <a:pPr/>
              <a:t>18</a:t>
            </a:fld>
            <a:endParaRPr lang="en-US" altLang="pt-BR" sz="1200">
              <a:solidFill>
                <a:schemeClr val="tx1"/>
              </a:solidFill>
              <a:latin typeface="Calibri" panose="020F0502020204030204" pitchFamily="34" charset="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2" name="Picture 2"/>
          <p:cNvPicPr>
            <a:picLocks noChangeAspect="1"/>
          </p:cNvPicPr>
          <p:nvPr userDrawn="1"/>
        </p:nvPicPr>
        <p:blipFill>
          <a:blip r:embed="rId2"/>
          <a:stretch>
            <a:fillRect/>
          </a:stretch>
        </p:blipFill>
        <p:spPr>
          <a:xfrm>
            <a:off x="1674039" y="3081534"/>
            <a:ext cx="5783223" cy="682232"/>
          </a:xfrm>
          <a:prstGeom prst="rect">
            <a:avLst/>
          </a:prstGeom>
        </p:spPr>
      </p:pic>
    </p:spTree>
    <p:extLst>
      <p:ext uri="{BB962C8B-B14F-4D97-AF65-F5344CB8AC3E}">
        <p14:creationId xmlns:p14="http://schemas.microsoft.com/office/powerpoint/2010/main" val="3489581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nly">
  <p:cSld name="1_Conteúdo">
    <p:spTree>
      <p:nvGrpSpPr>
        <p:cNvPr id="1" name=""/>
        <p:cNvGrpSpPr/>
        <p:nvPr/>
      </p:nvGrpSpPr>
      <p:grpSpPr>
        <a:xfrm>
          <a:off x="0" y="0"/>
          <a:ext cx="0" cy="0"/>
          <a:chOff x="0" y="0"/>
          <a:chExt cx="0" cy="0"/>
        </a:xfrm>
      </p:grpSpPr>
      <p:sp>
        <p:nvSpPr>
          <p:cNvPr id="2" name="Espaço Reservado para Conteúdo 1"/>
          <p:cNvSpPr>
            <a:spLocks noGrp="1"/>
          </p:cNvSpPr>
          <p:nvPr>
            <p:ph/>
          </p:nvPr>
        </p:nvSpPr>
        <p:spPr>
          <a:xfrm>
            <a:off x="457200" y="274638"/>
            <a:ext cx="8229600" cy="5851525"/>
          </a:xfrm>
          <a:prstGeom prst="rect">
            <a:avLst/>
          </a:prstGeo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686401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076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9" name="Title 1"/>
          <p:cNvSpPr>
            <a:spLocks noGrp="1"/>
          </p:cNvSpPr>
          <p:nvPr>
            <p:ph type="title" hasCustomPrompt="1"/>
          </p:nvPr>
        </p:nvSpPr>
        <p:spPr>
          <a:xfrm>
            <a:off x="914400" y="749902"/>
            <a:ext cx="7392202"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10"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7856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Espaço Reservado para Imagem 10"/>
          <p:cNvSpPr>
            <a:spLocks noGrp="1"/>
          </p:cNvSpPr>
          <p:nvPr>
            <p:ph type="pic" sz="quarter" idx="13"/>
          </p:nvPr>
        </p:nvSpPr>
        <p:spPr>
          <a:xfrm>
            <a:off x="914400" y="1600199"/>
            <a:ext cx="2875280" cy="4249172"/>
          </a:xfrm>
        </p:spPr>
        <p:txBody>
          <a:bodyPr/>
          <a:lstStyle/>
          <a:p>
            <a:endParaRPr lang="pt-BR"/>
          </a:p>
        </p:txBody>
      </p:sp>
      <p:sp>
        <p:nvSpPr>
          <p:cNvPr id="3" name="Content Placeholder 2"/>
          <p:cNvSpPr>
            <a:spLocks noGrp="1"/>
          </p:cNvSpPr>
          <p:nvPr>
            <p:ph idx="1"/>
          </p:nvPr>
        </p:nvSpPr>
        <p:spPr>
          <a:xfrm>
            <a:off x="4158114" y="1600200"/>
            <a:ext cx="4207871" cy="2933299"/>
          </a:xfrm>
        </p:spPr>
        <p:txBody>
          <a:bodyPr>
            <a:normAutofit/>
          </a:bodyPr>
          <a:lstStyle>
            <a:lvl1pPr>
              <a:defRPr sz="1600">
                <a:latin typeface="Gotham-Book"/>
              </a:defRPr>
            </a:lvl1pPr>
            <a:lvl2pPr>
              <a:defRPr sz="1600">
                <a:latin typeface="Gotham-Book"/>
              </a:defRPr>
            </a:lvl2pPr>
            <a:lvl3pPr>
              <a:defRPr sz="1600">
                <a:latin typeface="Gotham-Book"/>
              </a:defRPr>
            </a:lvl3pPr>
            <a:lvl4pPr>
              <a:defRPr sz="1600">
                <a:latin typeface="Gotham-Book"/>
              </a:defRPr>
            </a:lvl4pPr>
            <a:lvl5pPr>
              <a:defRPr sz="1600">
                <a:latin typeface="Gotham-Book"/>
              </a:defRPr>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9"/>
          <p:cNvSpPr txBox="1"/>
          <p:nvPr userDrawn="1"/>
        </p:nvSpPr>
        <p:spPr>
          <a:xfrm>
            <a:off x="947124" y="748343"/>
            <a:ext cx="4870522"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SHORT </a:t>
            </a:r>
            <a:r>
              <a:rPr lang="en-US" sz="2800" b="1" dirty="0">
                <a:solidFill>
                  <a:srgbClr val="303030"/>
                </a:solidFill>
                <a:latin typeface="Gotham HTF" pitchFamily="2" charset="0"/>
                <a:cs typeface="Gotham-Book"/>
              </a:rPr>
              <a:t>BIO</a:t>
            </a:r>
          </a:p>
        </p:txBody>
      </p:sp>
      <p:sp>
        <p:nvSpPr>
          <p:cNvPr id="8" name="Rectangle 19"/>
          <p:cNvSpPr/>
          <p:nvPr userDrawn="1"/>
        </p:nvSpPr>
        <p:spPr>
          <a:xfrm>
            <a:off x="3789680" y="4672530"/>
            <a:ext cx="4576305" cy="119609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
        <p:nvSpPr>
          <p:cNvPr id="10" name="Espaço Reservado para Texto 9"/>
          <p:cNvSpPr>
            <a:spLocks noGrp="1"/>
          </p:cNvSpPr>
          <p:nvPr userDrawn="1">
            <p:ph type="body" sz="quarter" idx="14" hasCustomPrompt="1"/>
          </p:nvPr>
        </p:nvSpPr>
        <p:spPr>
          <a:xfrm>
            <a:off x="4090988" y="4792663"/>
            <a:ext cx="3868737" cy="828675"/>
          </a:xfrm>
        </p:spPr>
        <p:txBody>
          <a:bodyPr/>
          <a:lstStyle>
            <a:lvl1pPr marL="0" indent="0">
              <a:buNone/>
              <a:defRPr sz="2000" baseline="0">
                <a:solidFill>
                  <a:schemeClr val="bg1"/>
                </a:solidFill>
                <a:latin typeface="Gotham-Bold"/>
              </a:defRPr>
            </a:lvl1pPr>
            <a:lvl2pPr>
              <a:defRPr sz="1800">
                <a:solidFill>
                  <a:schemeClr val="bg1"/>
                </a:solidFill>
                <a:latin typeface="Gotham-Bold"/>
              </a:defRPr>
            </a:lvl2pPr>
          </a:lstStyle>
          <a:p>
            <a:pPr lvl="0"/>
            <a:r>
              <a:rPr lang="pt-BR" dirty="0"/>
              <a:t>Prof. nome</a:t>
            </a:r>
          </a:p>
          <a:p>
            <a:pPr lvl="0"/>
            <a:r>
              <a:rPr lang="pt-BR" dirty="0" err="1"/>
              <a:t>Email</a:t>
            </a:r>
            <a:endParaRPr lang="pt-BR" dirty="0"/>
          </a:p>
        </p:txBody>
      </p:sp>
      <p:sp>
        <p:nvSpPr>
          <p:cNvPr id="13" name="Isosceles Triangle 2"/>
          <p:cNvSpPr/>
          <p:nvPr userDrawn="1"/>
        </p:nvSpPr>
        <p:spPr>
          <a:xfrm rot="16200000">
            <a:off x="3493922" y="4970503"/>
            <a:ext cx="358752" cy="241676"/>
          </a:xfrm>
          <a:prstGeom prst="triangle">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Tree>
    <p:extLst>
      <p:ext uri="{BB962C8B-B14F-4D97-AF65-F5344CB8AC3E}">
        <p14:creationId xmlns:p14="http://schemas.microsoft.com/office/powerpoint/2010/main" val="245854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Espaço Reservado para Texto 9"/>
          <p:cNvSpPr>
            <a:spLocks noGrp="1"/>
          </p:cNvSpPr>
          <p:nvPr>
            <p:ph type="body" sz="quarter" idx="13" hasCustomPrompt="1"/>
          </p:nvPr>
        </p:nvSpPr>
        <p:spPr>
          <a:xfrm>
            <a:off x="914400" y="1750228"/>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2" name="Espaço Reservado para Texto 11"/>
          <p:cNvSpPr>
            <a:spLocks noGrp="1"/>
          </p:cNvSpPr>
          <p:nvPr>
            <p:ph type="body" sz="quarter" idx="14"/>
          </p:nvPr>
        </p:nvSpPr>
        <p:spPr>
          <a:xfrm>
            <a:off x="914400" y="2319338"/>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15" name="Espaço Reservado para Texto 9"/>
          <p:cNvSpPr>
            <a:spLocks noGrp="1"/>
          </p:cNvSpPr>
          <p:nvPr>
            <p:ph type="body" sz="quarter" idx="15" hasCustomPrompt="1"/>
          </p:nvPr>
        </p:nvSpPr>
        <p:spPr>
          <a:xfrm>
            <a:off x="914400" y="4215012"/>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6" name="Espaço Reservado para Texto 11"/>
          <p:cNvSpPr>
            <a:spLocks noGrp="1"/>
          </p:cNvSpPr>
          <p:nvPr>
            <p:ph type="body" sz="quarter" idx="16"/>
          </p:nvPr>
        </p:nvSpPr>
        <p:spPr>
          <a:xfrm>
            <a:off x="914400" y="4784122"/>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9" name="TextBox 15"/>
          <p:cNvSpPr txBox="1"/>
          <p:nvPr userDrawn="1"/>
        </p:nvSpPr>
        <p:spPr>
          <a:xfrm>
            <a:off x="947124" y="745668"/>
            <a:ext cx="4870522"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Eletrônica Digital</a:t>
            </a:r>
            <a:endParaRPr lang="en-US" sz="2800" b="1" dirty="0">
              <a:solidFill>
                <a:srgbClr val="303030"/>
              </a:solidFill>
              <a:latin typeface="Gotham HTF" pitchFamily="2" charset="0"/>
              <a:cs typeface="Gotham-Book"/>
            </a:endParaRPr>
          </a:p>
        </p:txBody>
      </p:sp>
      <p:sp>
        <p:nvSpPr>
          <p:cNvPr id="11"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3828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24539" y="2857500"/>
            <a:ext cx="6294922" cy="1143000"/>
          </a:xfrm>
        </p:spPr>
        <p:txBody>
          <a:bodyPr>
            <a:noAutofit/>
          </a:bodyPr>
          <a:lstStyle>
            <a:lvl1pPr>
              <a:defRPr sz="3600" b="1">
                <a:solidFill>
                  <a:schemeClr val="tx1"/>
                </a:solidFill>
                <a:latin typeface="Gotham HTF" pitchFamily="2" charset="0"/>
              </a:defRPr>
            </a:lvl1pPr>
          </a:lstStyle>
          <a:p>
            <a:r>
              <a:rPr lang="x-none" dirty="0"/>
              <a:t>CLICK TO EDIT MASTER TITLE STYLE</a:t>
            </a:r>
            <a:endParaRPr lang="en-US" dirty="0"/>
          </a:p>
        </p:txBody>
      </p:sp>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8292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33654" y="749165"/>
            <a:ext cx="7315197" cy="397308"/>
          </a:xfrm>
        </p:spPr>
        <p:txBody>
          <a:bodyPr>
            <a:noAutofit/>
          </a:bodyPr>
          <a:lstStyle>
            <a:lvl1pPr algn="l">
              <a:defRPr sz="2800" b="1">
                <a:latin typeface="Gotham HTF" pitchFamily="2" charset="0"/>
              </a:defRPr>
            </a:lvl1pPr>
          </a:lstStyle>
          <a:p>
            <a:r>
              <a:rPr lang="x-none" dirty="0"/>
              <a:t>CLICK TO EDIT MASTER TITLE STYLE</a:t>
            </a:r>
            <a:endParaRPr lang="en-US" dirty="0"/>
          </a:p>
        </p:txBody>
      </p:sp>
      <p:sp>
        <p:nvSpPr>
          <p:cNvPr id="3" name="Text Placeholder 2"/>
          <p:cNvSpPr>
            <a:spLocks noGrp="1"/>
          </p:cNvSpPr>
          <p:nvPr>
            <p:ph type="body" idx="1" hasCustomPrompt="1"/>
          </p:nvPr>
        </p:nvSpPr>
        <p:spPr>
          <a:xfrm>
            <a:off x="765379" y="1316730"/>
            <a:ext cx="7483472" cy="639762"/>
          </a:xfrm>
        </p:spPr>
        <p:txBody>
          <a:bodyPr anchor="b">
            <a:normAutofit/>
          </a:bodyPr>
          <a:lstStyle>
            <a:lvl1pPr marL="0" indent="0">
              <a:buNone/>
              <a:defRPr sz="2000" b="1">
                <a:latin typeface="Gotham HTF"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765379" y="2174875"/>
            <a:ext cx="7618230" cy="3951288"/>
          </a:xfrm>
        </p:spPr>
        <p:txBody>
          <a:bodyPr>
            <a:normAutofit/>
          </a:bodyPr>
          <a:lstStyle>
            <a:lvl1pPr marL="342900" indent="-342900">
              <a:buFont typeface="Wingdings" panose="05000000000000000000" pitchFamily="2" charset="2"/>
              <a:buChar char="§"/>
              <a:defRPr sz="1600">
                <a:latin typeface="Gotham-Book"/>
              </a:defRPr>
            </a:lvl1pPr>
            <a:lvl2pPr>
              <a:defRPr sz="1600">
                <a:latin typeface="Gotham-Book"/>
              </a:defRPr>
            </a:lvl2pPr>
            <a:lvl3pPr marL="1143000" indent="-228600">
              <a:buFont typeface="Wingdings" panose="05000000000000000000" pitchFamily="2" charset="2"/>
              <a:buChar char="§"/>
              <a:defRPr sz="1600">
                <a:latin typeface="Gotham-Book"/>
              </a:defRPr>
            </a:lvl3pPr>
            <a:lvl4pPr>
              <a:defRPr sz="1600">
                <a:latin typeface="Gotham-Book"/>
              </a:defRPr>
            </a:lvl4pPr>
            <a:lvl5pPr>
              <a:defRPr sz="1600">
                <a:latin typeface="Gotham-Book"/>
              </a:defRPr>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6"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823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Espaço Reservado para Texto 8"/>
          <p:cNvSpPr>
            <a:spLocks noGrp="1"/>
          </p:cNvSpPr>
          <p:nvPr>
            <p:ph type="body" sz="quarter" idx="13"/>
          </p:nvPr>
        </p:nvSpPr>
        <p:spPr>
          <a:xfrm>
            <a:off x="3868103" y="1421810"/>
            <a:ext cx="4380748" cy="4873112"/>
          </a:xfrm>
        </p:spPr>
        <p:txBody>
          <a:bodyPr>
            <a:normAutofit/>
          </a:bodyPr>
          <a:lstStyle>
            <a:lvl1pPr marL="342900" indent="-342900">
              <a:buFont typeface="Wingdings" panose="05000000000000000000" pitchFamily="2" charset="2"/>
              <a:buChar char="§"/>
              <a:defRPr sz="1600">
                <a:latin typeface="Gotham-Book"/>
              </a:defRPr>
            </a:lvl1pPr>
            <a:lvl2pPr marL="800100" indent="-342900">
              <a:buFont typeface="Wingdings" panose="05000000000000000000" pitchFamily="2" charset="2"/>
              <a:buChar char="§"/>
              <a:defRPr sz="1600">
                <a:latin typeface="Gotham-Book"/>
              </a:defRPr>
            </a:lvl2pPr>
            <a:lvl3pPr marL="1257300" indent="-342900">
              <a:buFont typeface="Wingdings" panose="05000000000000000000" pitchFamily="2" charset="2"/>
              <a:buChar char="§"/>
              <a:defRPr sz="1600">
                <a:latin typeface="Gotham-Book"/>
              </a:defRPr>
            </a:lvl3pPr>
            <a:lvl4pPr marL="1714500" indent="-342900">
              <a:buFont typeface="Wingdings" panose="05000000000000000000" pitchFamily="2" charset="2"/>
              <a:buChar char="§"/>
              <a:defRPr sz="1600">
                <a:latin typeface="Gotham-Book"/>
              </a:defRPr>
            </a:lvl4pPr>
            <a:lvl5pPr marL="2171700" indent="-342900">
              <a:buFont typeface="Wingdings" panose="05000000000000000000" pitchFamily="2" charset="2"/>
              <a:buChar char="§"/>
              <a:defRPr sz="1600">
                <a:latin typeface="Gotham-Book"/>
              </a:defRPr>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pic>
        <p:nvPicPr>
          <p:cNvPr id="10" name="Picture 3" descr="caomputador.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97734" y="1421810"/>
            <a:ext cx="3062891" cy="2733630"/>
          </a:xfrm>
          <a:prstGeom prst="rect">
            <a:avLst/>
          </a:prstGeom>
        </p:spPr>
      </p:pic>
      <p:pic>
        <p:nvPicPr>
          <p:cNvPr id="11" name="Picture 4" descr="chicara.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rot="20276259">
            <a:off x="2055756" y="3444240"/>
            <a:ext cx="1559560" cy="1650015"/>
          </a:xfrm>
          <a:prstGeom prst="rect">
            <a:avLst/>
          </a:prstGeom>
        </p:spPr>
      </p:pic>
      <p:pic>
        <p:nvPicPr>
          <p:cNvPr id="12" name="Picture 6" descr="livros.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rot="1687626">
            <a:off x="648591" y="4397170"/>
            <a:ext cx="2064240" cy="1700934"/>
          </a:xfrm>
          <a:prstGeom prst="rect">
            <a:avLst/>
          </a:prstGeom>
        </p:spPr>
      </p:pic>
      <p:sp>
        <p:nvSpPr>
          <p:cNvPr id="13" name="TextBox 12"/>
          <p:cNvSpPr txBox="1"/>
          <p:nvPr userDrawn="1"/>
        </p:nvSpPr>
        <p:spPr>
          <a:xfrm>
            <a:off x="947123" y="736043"/>
            <a:ext cx="6801557"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REFERÊNCIAS</a:t>
            </a:r>
            <a:endParaRPr lang="en-US" sz="2800" b="1" dirty="0">
              <a:solidFill>
                <a:srgbClr val="303030"/>
              </a:solidFill>
              <a:latin typeface="Gotham HTF" pitchFamily="2" charset="0"/>
              <a:cs typeface="Gotham-Book"/>
            </a:endParaRPr>
          </a:p>
        </p:txBody>
      </p:sp>
      <p:sp>
        <p:nvSpPr>
          <p:cNvPr id="8"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395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914400" y="740277"/>
            <a:ext cx="7469188"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8" name="Content Placeholder 3"/>
          <p:cNvSpPr>
            <a:spLocks noGrp="1"/>
          </p:cNvSpPr>
          <p:nvPr>
            <p:ph sz="half" idx="2"/>
          </p:nvPr>
        </p:nvSpPr>
        <p:spPr>
          <a:xfrm>
            <a:off x="914400" y="4677443"/>
            <a:ext cx="7469188" cy="1251719"/>
          </a:xfrm>
        </p:spPr>
        <p:txBody>
          <a:bodyPr>
            <a:normAutofit/>
          </a:bodyPr>
          <a:lstStyle>
            <a:lvl1pPr>
              <a:buFont typeface="Wingdings" panose="05000000000000000000" pitchFamily="2" charset="2"/>
              <a:buChar char="§"/>
              <a:defRPr sz="1200">
                <a:latin typeface="Gotham-Book"/>
              </a:defRPr>
            </a:lvl1pPr>
            <a:lvl2pPr>
              <a:buFont typeface="Wingdings" panose="05000000000000000000" pitchFamily="2" charset="2"/>
              <a:buChar char="§"/>
              <a:defRPr sz="1200">
                <a:latin typeface="Gotham-Book"/>
              </a:defRPr>
            </a:lvl2pPr>
            <a:lvl3pPr>
              <a:buFont typeface="Wingdings" panose="05000000000000000000" pitchFamily="2" charset="2"/>
              <a:buChar char="§"/>
              <a:defRPr sz="1200">
                <a:latin typeface="Gotham-Book"/>
              </a:defRPr>
            </a:lvl3pPr>
            <a:lvl4pPr>
              <a:buFont typeface="Wingdings" panose="05000000000000000000" pitchFamily="2" charset="2"/>
              <a:buChar char="§"/>
              <a:defRPr sz="1200">
                <a:latin typeface="Gotham-Book"/>
              </a:defRPr>
            </a:lvl4pPr>
            <a:lvl5pPr>
              <a:buFont typeface="Wingdings" panose="05000000000000000000" pitchFamily="2" charset="2"/>
              <a:buChar char="§"/>
              <a:defRPr sz="1200">
                <a:latin typeface="Gotham-Book"/>
              </a:defRPr>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10" name="Espaço Reservado para Tabela 9"/>
          <p:cNvSpPr>
            <a:spLocks noGrp="1"/>
          </p:cNvSpPr>
          <p:nvPr>
            <p:ph type="tbl" sz="quarter" idx="13"/>
          </p:nvPr>
        </p:nvSpPr>
        <p:spPr>
          <a:xfrm>
            <a:off x="914400" y="1568450"/>
            <a:ext cx="7469188" cy="2589213"/>
          </a:xfrm>
        </p:spPr>
        <p:txBody>
          <a:bodyPr>
            <a:normAutofit/>
          </a:bodyPr>
          <a:lstStyle>
            <a:lvl1pPr>
              <a:defRPr sz="1200">
                <a:latin typeface="Gotham HTF Book" pitchFamily="2" charset="0"/>
              </a:defRPr>
            </a:lvl1pPr>
          </a:lstStyle>
          <a:p>
            <a:endParaRPr lang="pt-BR"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629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914399" y="721027"/>
            <a:ext cx="7305575"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4"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7339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503752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28650" y="365125"/>
            <a:ext cx="7886700" cy="1325563"/>
          </a:xfrm>
          <a:prstGeom prst="rect">
            <a:avLst/>
          </a:prstGeom>
        </p:spPr>
        <p:txBody>
          <a:bodyPr/>
          <a:lstStyle/>
          <a:p>
            <a:r>
              <a:rPr lang="pt-BR"/>
              <a:t>Clique para editar o título mestre</a:t>
            </a:r>
          </a:p>
        </p:txBody>
      </p:sp>
      <p:sp>
        <p:nvSpPr>
          <p:cNvPr id="3" name="Espaço Reservado para Conteúdo 2"/>
          <p:cNvSpPr>
            <a:spLocks noGrp="1"/>
          </p:cNvSpPr>
          <p:nvPr>
            <p:ph idx="1"/>
          </p:nvPr>
        </p:nvSpPr>
        <p:spPr>
          <a:xfrm>
            <a:off x="628650" y="1825625"/>
            <a:ext cx="7886700" cy="4351338"/>
          </a:xfrm>
          <a:prstGeom prst="rect">
            <a:avLst/>
          </a:prstGeo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38376279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Conteúdo">
    <p:spTree>
      <p:nvGrpSpPr>
        <p:cNvPr id="1" name=""/>
        <p:cNvGrpSpPr/>
        <p:nvPr/>
      </p:nvGrpSpPr>
      <p:grpSpPr>
        <a:xfrm>
          <a:off x="0" y="0"/>
          <a:ext cx="0" cy="0"/>
          <a:chOff x="0" y="0"/>
          <a:chExt cx="0" cy="0"/>
        </a:xfrm>
      </p:grpSpPr>
      <p:sp>
        <p:nvSpPr>
          <p:cNvPr id="2" name="Espaço Reservado para Conteúdo 1"/>
          <p:cNvSpPr>
            <a:spLocks noGrp="1"/>
          </p:cNvSpPr>
          <p:nvPr>
            <p:ph/>
          </p:nvPr>
        </p:nvSpPr>
        <p:spPr>
          <a:xfrm>
            <a:off x="628650" y="365125"/>
            <a:ext cx="7886700" cy="5811838"/>
          </a:xfrm>
          <a:prstGeom prst="rect">
            <a:avLst/>
          </a:prstGeo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3452174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9" name="Espaço Reservado para Título 11"/>
          <p:cNvSpPr>
            <a:spLocks noGrp="1"/>
          </p:cNvSpPr>
          <p:nvPr>
            <p:ph type="title" hasCustomPrompt="1"/>
          </p:nvPr>
        </p:nvSpPr>
        <p:spPr>
          <a:xfrm>
            <a:off x="628650" y="2766219"/>
            <a:ext cx="7886700" cy="1325563"/>
          </a:xfrm>
          <a:prstGeom prst="rect">
            <a:avLst/>
          </a:prstGeom>
        </p:spPr>
        <p:txBody>
          <a:bodyPr vert="horz" lIns="91440" tIns="45720" rIns="91440" bIns="45720" rtlCol="0" anchor="ctr">
            <a:normAutofit/>
          </a:bodyPr>
          <a:lstStyle>
            <a:lvl1pPr marL="0" indent="0">
              <a:buFont typeface="+mj-lt"/>
              <a:buNone/>
              <a:defRPr>
                <a:latin typeface="Gotham HTF" pitchFamily="2" charset="0"/>
              </a:defRPr>
            </a:lvl1pPr>
          </a:lstStyle>
          <a:p>
            <a:r>
              <a:rPr lang="pt-BR" dirty="0"/>
              <a:t>CLIQUE PARA EDITAR O TÍTULO MESTRE</a:t>
            </a:r>
          </a:p>
        </p:txBody>
      </p:sp>
    </p:spTree>
    <p:extLst>
      <p:ext uri="{BB962C8B-B14F-4D97-AF65-F5344CB8AC3E}">
        <p14:creationId xmlns:p14="http://schemas.microsoft.com/office/powerpoint/2010/main" val="1115298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3.emf"/><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4.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7" name="Picture 2"/>
          <p:cNvPicPr>
            <a:picLocks noChangeAspect="1"/>
          </p:cNvPicPr>
          <p:nvPr userDrawn="1"/>
        </p:nvPicPr>
        <p:blipFill>
          <a:blip r:embed="rId5"/>
          <a:stretch>
            <a:fillRect/>
          </a:stretch>
        </p:blipFill>
        <p:spPr>
          <a:xfrm>
            <a:off x="1674039" y="3081534"/>
            <a:ext cx="5783223" cy="682232"/>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 id="2147483756" r:id="rId2"/>
    <p:sldLayoutId id="2147483757"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 name="Picture 4"/>
          <p:cNvPicPr>
            <a:picLocks noChangeAspect="1"/>
          </p:cNvPicPr>
          <p:nvPr userDrawn="1"/>
        </p:nvPicPr>
        <p:blipFill rotWithShape="1">
          <a:blip r:embed="rId3"/>
          <a:srcRect l="21776" r="21704"/>
          <a:stretch/>
        </p:blipFill>
        <p:spPr>
          <a:xfrm>
            <a:off x="1" y="2615134"/>
            <a:ext cx="9155650" cy="2789855"/>
          </a:xfrm>
          <a:prstGeom prst="rect">
            <a:avLst/>
          </a:prstGeom>
        </p:spPr>
      </p:pic>
      <p:sp>
        <p:nvSpPr>
          <p:cNvPr id="13" name="Rectangle 3"/>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8" name="Rectangle 1"/>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18"/>
          <p:cNvPicPr>
            <a:picLocks noChangeAspect="1"/>
          </p:cNvPicPr>
          <p:nvPr userDrawn="1"/>
        </p:nvPicPr>
        <p:blipFill>
          <a:blip r:embed="rId4"/>
          <a:stretch>
            <a:fillRect/>
          </a:stretch>
        </p:blipFill>
        <p:spPr>
          <a:xfrm>
            <a:off x="7829017" y="329329"/>
            <a:ext cx="997107" cy="272893"/>
          </a:xfrm>
          <a:prstGeom prst="rect">
            <a:avLst/>
          </a:prstGeom>
        </p:spPr>
      </p:pic>
      <p:sp>
        <p:nvSpPr>
          <p:cNvPr id="11" name="Rectangle 22"/>
          <p:cNvSpPr/>
          <p:nvPr userDrawn="1"/>
        </p:nvSpPr>
        <p:spPr>
          <a:xfrm flipH="1">
            <a:off x="759004" y="3423920"/>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4"/>
          <p:cNvSpPr txBox="1"/>
          <p:nvPr userDrawn="1"/>
        </p:nvSpPr>
        <p:spPr>
          <a:xfrm>
            <a:off x="632919" y="6295596"/>
            <a:ext cx="3617077" cy="289823"/>
          </a:xfrm>
          <a:prstGeom prst="rect">
            <a:avLst/>
          </a:prstGeom>
          <a:noFill/>
        </p:spPr>
        <p:txBody>
          <a:bodyPr wrap="square" rtlCol="0">
            <a:spAutoFit/>
          </a:bodyPr>
          <a:lstStyle/>
          <a:p>
            <a:pPr>
              <a:lnSpc>
                <a:spcPct val="90000"/>
              </a:lnSpc>
            </a:pPr>
            <a:r>
              <a:rPr lang="en-US" sz="1400" dirty="0" err="1">
                <a:solidFill>
                  <a:srgbClr val="303030"/>
                </a:solidFill>
                <a:latin typeface="Gotham-Bold"/>
                <a:cs typeface="Gotham-Bold"/>
              </a:rPr>
              <a:t>Versão</a:t>
            </a:r>
            <a:r>
              <a:rPr lang="en-US" sz="1400" dirty="0">
                <a:solidFill>
                  <a:srgbClr val="303030"/>
                </a:solidFill>
                <a:latin typeface="Gotham-Bold"/>
                <a:cs typeface="Gotham-Bold"/>
              </a:rPr>
              <a:t> 1 – 04/2015</a:t>
            </a:r>
          </a:p>
        </p:txBody>
      </p:sp>
      <p:sp>
        <p:nvSpPr>
          <p:cNvPr id="14" name="TextBox 15"/>
          <p:cNvSpPr txBox="1"/>
          <p:nvPr userDrawn="1"/>
        </p:nvSpPr>
        <p:spPr>
          <a:xfrm>
            <a:off x="1011882" y="3341906"/>
            <a:ext cx="7166918" cy="543739"/>
          </a:xfrm>
          <a:prstGeom prst="rect">
            <a:avLst/>
          </a:prstGeom>
          <a:noFill/>
        </p:spPr>
        <p:txBody>
          <a:bodyPr wrap="square" rtlCol="0">
            <a:spAutoFit/>
          </a:bodyPr>
          <a:lstStyle/>
          <a:p>
            <a:pPr>
              <a:lnSpc>
                <a:spcPct val="90000"/>
              </a:lnSpc>
            </a:pPr>
            <a:r>
              <a:rPr lang="en-US" sz="3200" b="1" dirty="0">
                <a:solidFill>
                  <a:srgbClr val="FFFFFF"/>
                </a:solidFill>
                <a:latin typeface="Gotham HTF" pitchFamily="2" charset="0"/>
                <a:cs typeface="Gotham-Bold"/>
              </a:rPr>
              <a:t>ENGENHARIA</a:t>
            </a:r>
            <a:r>
              <a:rPr lang="en-US" sz="3200" b="1" baseline="0" dirty="0">
                <a:solidFill>
                  <a:srgbClr val="FFFFFF"/>
                </a:solidFill>
                <a:latin typeface="Gotham HTF" pitchFamily="2" charset="0"/>
                <a:cs typeface="Gotham-Bold"/>
              </a:rPr>
              <a:t> DE COMPUTAÇÃO</a:t>
            </a:r>
            <a:endParaRPr lang="en-US" sz="3200" b="1" dirty="0">
              <a:solidFill>
                <a:srgbClr val="FFFFFF"/>
              </a:solidFill>
              <a:latin typeface="Gotham HTF" pitchFamily="2" charset="0"/>
              <a:cs typeface="Gotham-Bold"/>
            </a:endParaRPr>
          </a:p>
        </p:txBody>
      </p:sp>
      <p:sp>
        <p:nvSpPr>
          <p:cNvPr id="17"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 typeface="Arial" pitchFamily="34" charset="0"/>
        <a:buNone/>
        <a:defRPr sz="3200" kern="1200">
          <a:solidFill>
            <a:schemeClr val="bg1"/>
          </a:solidFill>
          <a:latin typeface="Gotham-Bold"/>
          <a:ea typeface="+mn-ea"/>
          <a:cs typeface="+mn-cs"/>
        </a:defRPr>
      </a:lvl1pPr>
      <a:lvl2pPr marL="4572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2pPr>
      <a:lvl3pPr marL="9144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3pPr>
      <a:lvl4pPr marL="16002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4pPr>
      <a:lvl5pPr marL="20574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33652" y="697656"/>
            <a:ext cx="7443468" cy="585229"/>
          </a:xfrm>
          <a:prstGeom prst="rect">
            <a:avLst/>
          </a:prstGeom>
        </p:spPr>
        <p:txBody>
          <a:bodyPr vert="horz" lIns="91440" tIns="45720" rIns="91440" bIns="45720" rtlCol="0" anchor="ctr">
            <a:normAutofit/>
          </a:bodyPr>
          <a:lstStyle/>
          <a:p>
            <a:r>
              <a:rPr lang="x-none" dirty="0"/>
              <a:t>CLICK TO EDIT MASTER TITLE STYLE</a:t>
            </a:r>
            <a:endParaRPr lang="en-US" dirty="0"/>
          </a:p>
        </p:txBody>
      </p:sp>
      <p:sp>
        <p:nvSpPr>
          <p:cNvPr id="3" name="Text Placeholder 2"/>
          <p:cNvSpPr>
            <a:spLocks noGrp="1"/>
          </p:cNvSpPr>
          <p:nvPr>
            <p:ph type="body" idx="1"/>
          </p:nvPr>
        </p:nvSpPr>
        <p:spPr>
          <a:xfrm>
            <a:off x="933651" y="1600200"/>
            <a:ext cx="7443468" cy="4525963"/>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15" name="Rectangle 14"/>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7"/>
          <p:cNvPicPr>
            <a:picLocks noChangeAspect="1"/>
          </p:cNvPicPr>
          <p:nvPr userDrawn="1"/>
        </p:nvPicPr>
        <p:blipFill>
          <a:blip r:embed="rId13"/>
          <a:stretch>
            <a:fillRect/>
          </a:stretch>
        </p:blipFill>
        <p:spPr>
          <a:xfrm>
            <a:off x="7829017" y="329329"/>
            <a:ext cx="997107" cy="272893"/>
          </a:xfrm>
          <a:prstGeom prst="rect">
            <a:avLst/>
          </a:prstGeom>
        </p:spPr>
      </p:pic>
      <p:sp>
        <p:nvSpPr>
          <p:cNvPr id="19"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1"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06221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53" r:id="rId10"/>
    <p:sldLayoutId id="2147483755" r:id="rId11"/>
  </p:sldLayoutIdLst>
  <p:hf hdr="0" ftr="0" dt="0"/>
  <p:txStyles>
    <p:titleStyle>
      <a:lvl1pPr algn="l" defTabSz="457200" rtl="0" eaLnBrk="1" latinLnBrk="0" hangingPunct="1">
        <a:spcBef>
          <a:spcPct val="0"/>
        </a:spcBef>
        <a:buNone/>
        <a:defRPr sz="2800" b="1" kern="1200">
          <a:solidFill>
            <a:schemeClr val="tx1"/>
          </a:solidFill>
          <a:latin typeface="Gotham HTF" pitchFamily="2" charset="0"/>
          <a:ea typeface="+mj-ea"/>
          <a:cs typeface="+mj-cs"/>
        </a:defRPr>
      </a:lvl1pPr>
    </p:titleStyle>
    <p:bodyStyle>
      <a:lvl1pPr marL="342900" indent="-342900" algn="l" defTabSz="457200" rtl="0" eaLnBrk="1" latinLnBrk="0" hangingPunct="1">
        <a:spcBef>
          <a:spcPct val="20000"/>
        </a:spcBef>
        <a:buFont typeface="Wingdings" panose="05000000000000000000" pitchFamily="2" charset="2"/>
        <a:buChar char="§"/>
        <a:defRPr sz="2800" kern="1200">
          <a:solidFill>
            <a:schemeClr val="tx1"/>
          </a:solidFill>
          <a:latin typeface="Gotham HTF Book" pitchFamily="2"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otham HTF Book" pitchFamily="2" charset="0"/>
          <a:ea typeface="+mn-ea"/>
          <a:cs typeface="+mn-cs"/>
        </a:defRPr>
      </a:lvl2pPr>
      <a:lvl3pPr marL="1257300" indent="-342900" algn="l" defTabSz="457200" rtl="0" eaLnBrk="1" latinLnBrk="0" hangingPunct="1">
        <a:spcBef>
          <a:spcPct val="20000"/>
        </a:spcBef>
        <a:buFont typeface="Wingdings" panose="05000000000000000000" pitchFamily="2" charset="2"/>
        <a:buChar char="§"/>
        <a:defRPr sz="2000" kern="1200">
          <a:solidFill>
            <a:schemeClr val="tx1"/>
          </a:solidFill>
          <a:latin typeface="Gotham HTF Book" pitchFamily="2"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8" name="Picture 15"/>
          <p:cNvPicPr>
            <a:picLocks noChangeAspect="1"/>
          </p:cNvPicPr>
          <p:nvPr userDrawn="1"/>
        </p:nvPicPr>
        <p:blipFill>
          <a:blip r:embed="rId3"/>
          <a:stretch>
            <a:fillRect/>
          </a:stretch>
        </p:blipFill>
        <p:spPr>
          <a:xfrm>
            <a:off x="7837508" y="333716"/>
            <a:ext cx="975616" cy="267011"/>
          </a:xfrm>
          <a:prstGeom prst="rect">
            <a:avLst/>
          </a:prstGeom>
        </p:spPr>
      </p:pic>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2" name="Espaço Reservado para Título 11"/>
          <p:cNvSpPr>
            <a:spLocks noGrp="1"/>
          </p:cNvSpPr>
          <p:nvPr>
            <p:ph type="title"/>
          </p:nvPr>
        </p:nvSpPr>
        <p:spPr>
          <a:xfrm>
            <a:off x="628650" y="2766219"/>
            <a:ext cx="7886700" cy="1325563"/>
          </a:xfrm>
          <a:prstGeom prst="rect">
            <a:avLst/>
          </a:prstGeom>
        </p:spPr>
        <p:txBody>
          <a:bodyPr vert="horz" lIns="91440" tIns="45720" rIns="91440" bIns="45720" rtlCol="0" anchor="ctr">
            <a:normAutofit/>
          </a:bodyPr>
          <a:lstStyle/>
          <a:p>
            <a:r>
              <a:rPr lang="pt-BR"/>
              <a:t>Clique para editar o título mestre</a:t>
            </a:r>
          </a:p>
        </p:txBody>
      </p:sp>
    </p:spTree>
    <p:extLst>
      <p:ext uri="{BB962C8B-B14F-4D97-AF65-F5344CB8AC3E}">
        <p14:creationId xmlns:p14="http://schemas.microsoft.com/office/powerpoint/2010/main" val="540331082"/>
      </p:ext>
    </p:extLst>
  </p:cSld>
  <p:clrMap bg1="lt1" tx1="dk1" bg2="lt2" tx2="dk2" accent1="accent1" accent2="accent2" accent3="accent3" accent4="accent4" accent5="accent5" accent6="accent6" hlink="hlink" folHlink="folHlink"/>
  <p:sldLayoutIdLst>
    <p:sldLayoutId id="2147483752" r:id="rId1"/>
  </p:sldLayoutIdLst>
  <p:txStyles>
    <p:titleStyle>
      <a:lvl1pPr algn="ctr" defTabSz="914400" rtl="0" eaLnBrk="1" latinLnBrk="0" hangingPunct="1">
        <a:lnSpc>
          <a:spcPct val="90000"/>
        </a:lnSpc>
        <a:spcBef>
          <a:spcPct val="0"/>
        </a:spcBef>
        <a:buNone/>
        <a:defRPr sz="4400" b="1" kern="1200">
          <a:solidFill>
            <a:schemeClr val="bg1"/>
          </a:solidFill>
          <a:latin typeface="Gotham HTF"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1982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xmlns:mv="urn:schemas-microsoft-com:mac:vml">
      <mp:transition xmlns:mp="http://schemas.microsoft.com/office/mac/powerpoint/2008/mai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Imagem 2">
            <a:extLst>
              <a:ext uri="{FF2B5EF4-FFF2-40B4-BE49-F238E27FC236}">
                <a16:creationId xmlns:a16="http://schemas.microsoft.com/office/drawing/2014/main" id="{DB397901-B8D4-72B6-2BAC-AB6391BF5FD2}"/>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l="12988" t="999" r="12988"/>
          <a:stretch>
            <a:fillRect/>
          </a:stretch>
        </p:blipFill>
        <p:spPr bwMode="auto">
          <a:xfrm>
            <a:off x="0" y="0"/>
            <a:ext cx="91170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4" descr="Processadores Intel e AMD para PC Gamer | Shopinfo">
            <a:extLst>
              <a:ext uri="{FF2B5EF4-FFF2-40B4-BE49-F238E27FC236}">
                <a16:creationId xmlns:a16="http://schemas.microsoft.com/office/drawing/2014/main" id="{4984B0DE-2FE5-9AF5-63F9-D608EBF3052F}"/>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4">
            <a:extLst>
              <a:ext uri="{FF2B5EF4-FFF2-40B4-BE49-F238E27FC236}">
                <a16:creationId xmlns:a16="http://schemas.microsoft.com/office/drawing/2014/main" id="{95E8609A-F9B0-DF3C-7566-ED8E2626B017}"/>
              </a:ext>
            </a:extLst>
          </p:cNvPr>
          <p:cNvSpPr txBox="1">
            <a:spLocks noChangeArrowheads="1"/>
          </p:cNvSpPr>
          <p:nvPr/>
        </p:nvSpPr>
        <p:spPr bwMode="auto">
          <a:xfrm>
            <a:off x="-76381" y="3163290"/>
            <a:ext cx="7766136" cy="3440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bIns="0">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marL="179388">
              <a:lnSpc>
                <a:spcPct val="120000"/>
              </a:lnSpc>
            </a:pPr>
            <a:r>
              <a:rPr lang="pt-BR" sz="2800" b="1" dirty="0">
                <a:solidFill>
                  <a:srgbClr val="FF0000"/>
                </a:solidFill>
              </a:rPr>
              <a:t>	</a:t>
            </a:r>
            <a:r>
              <a:rPr lang="pt-BR" sz="2400" b="1" dirty="0">
                <a:solidFill>
                  <a:srgbClr val="FF0000"/>
                </a:solidFill>
              </a:rPr>
              <a:t>Circuitos Lógicos Sequenciais:</a:t>
            </a:r>
          </a:p>
          <a:p>
            <a:pPr>
              <a:lnSpc>
                <a:spcPct val="120000"/>
              </a:lnSpc>
            </a:pPr>
            <a:r>
              <a:rPr lang="pt-BR" altLang="pt-BR" sz="2000" b="1" dirty="0">
                <a:solidFill>
                  <a:schemeClr val="bg1">
                    <a:lumMod val="95000"/>
                  </a:schemeClr>
                </a:solidFill>
              </a:rPr>
              <a:t>	Célula de memória (memória de 1bit);</a:t>
            </a:r>
          </a:p>
          <a:p>
            <a:pPr>
              <a:lnSpc>
                <a:spcPct val="120000"/>
              </a:lnSpc>
            </a:pPr>
            <a:endParaRPr lang="pt-BR" altLang="pt-BR" sz="2400" b="1" dirty="0">
              <a:solidFill>
                <a:srgbClr val="FF0000"/>
              </a:solidFill>
            </a:endParaRPr>
          </a:p>
          <a:p>
            <a:pPr>
              <a:lnSpc>
                <a:spcPct val="120000"/>
              </a:lnSpc>
            </a:pPr>
            <a:r>
              <a:rPr lang="pt-BR" altLang="pt-BR" sz="2400" b="1" dirty="0">
                <a:solidFill>
                  <a:srgbClr val="FF0000"/>
                </a:solidFill>
              </a:rPr>
              <a:t>	Registradores de deslocamento:</a:t>
            </a:r>
          </a:p>
          <a:p>
            <a:pPr>
              <a:lnSpc>
                <a:spcPct val="120000"/>
              </a:lnSpc>
            </a:pPr>
            <a:r>
              <a:rPr lang="pt-BR" altLang="pt-BR" sz="1800" b="1" dirty="0">
                <a:solidFill>
                  <a:schemeClr val="bg1">
                    <a:lumMod val="95000"/>
                  </a:schemeClr>
                </a:solidFill>
              </a:rPr>
              <a:t>	Conversor Serial/Paralelo;</a:t>
            </a:r>
          </a:p>
          <a:p>
            <a:pPr>
              <a:lnSpc>
                <a:spcPct val="120000"/>
              </a:lnSpc>
            </a:pPr>
            <a:endParaRPr lang="pt-BR" altLang="pt-BR" sz="2400" b="1" dirty="0">
              <a:solidFill>
                <a:srgbClr val="FF0000"/>
              </a:solidFill>
            </a:endParaRPr>
          </a:p>
          <a:p>
            <a:pPr>
              <a:lnSpc>
                <a:spcPct val="120000"/>
              </a:lnSpc>
            </a:pPr>
            <a:r>
              <a:rPr lang="pt-BR" altLang="pt-BR" sz="2400" b="1" dirty="0">
                <a:solidFill>
                  <a:srgbClr val="FF0000"/>
                </a:solidFill>
              </a:rPr>
              <a:t>	Registradores de deslocamento:</a:t>
            </a:r>
          </a:p>
          <a:p>
            <a:pPr>
              <a:lnSpc>
                <a:spcPct val="120000"/>
              </a:lnSpc>
            </a:pPr>
            <a:r>
              <a:rPr lang="pt-BR" altLang="pt-BR" sz="1800" b="1" dirty="0">
                <a:solidFill>
                  <a:schemeClr val="bg1">
                    <a:lumMod val="95000"/>
                  </a:schemeClr>
                </a:solidFill>
              </a:rPr>
              <a:t>	Conversor Paralelo/Serial.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5"/>
          <p:cNvSpPr>
            <a:spLocks noChangeArrowheads="1"/>
          </p:cNvSpPr>
          <p:nvPr/>
        </p:nvSpPr>
        <p:spPr bwMode="auto">
          <a:xfrm>
            <a:off x="815009" y="742950"/>
            <a:ext cx="7573617" cy="4813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eaLnBrk="1" hangingPunct="1"/>
            <a:r>
              <a:rPr lang="pt-BR" altLang="pt-BR" sz="2800" b="1" dirty="0">
                <a:solidFill>
                  <a:schemeClr val="tx1"/>
                </a:solidFill>
              </a:rPr>
              <a:t>Circuitos Lógicos Sequenciais</a:t>
            </a:r>
          </a:p>
          <a:p>
            <a:pPr algn="just" eaLnBrk="1" hangingPunct="1">
              <a:lnSpc>
                <a:spcPct val="120000"/>
              </a:lnSpc>
            </a:pPr>
            <a:endParaRPr lang="pt-BR" altLang="pt-BR" sz="1800" dirty="0">
              <a:solidFill>
                <a:schemeClr val="tx1"/>
              </a:solidFill>
            </a:endParaRPr>
          </a:p>
          <a:p>
            <a:pPr algn="just" eaLnBrk="1" hangingPunct="1">
              <a:lnSpc>
                <a:spcPct val="120000"/>
              </a:lnSpc>
            </a:pPr>
            <a:r>
              <a:rPr lang="pt-BR" altLang="pt-BR" sz="1800" dirty="0">
                <a:solidFill>
                  <a:schemeClr val="tx1"/>
                </a:solidFill>
              </a:rPr>
              <a:t>Circuitos lógicos sequenciais “são circuitos lógicos para os quais os valores das saídas são determinados pelos valores das entradas no instante considerado e também pelos valores das saídas no instante em que os valores das entradas foram estabelecidos”, estes circuitos possuem memória!</a:t>
            </a:r>
          </a:p>
          <a:p>
            <a:pPr algn="just" eaLnBrk="1" hangingPunct="1">
              <a:lnSpc>
                <a:spcPct val="120000"/>
              </a:lnSpc>
            </a:pPr>
            <a:endParaRPr lang="pt-BR" altLang="pt-BR" sz="1800" dirty="0">
              <a:solidFill>
                <a:schemeClr val="tx1"/>
              </a:solidFill>
            </a:endParaRPr>
          </a:p>
          <a:p>
            <a:pPr algn="just" eaLnBrk="1" hangingPunct="1">
              <a:lnSpc>
                <a:spcPct val="120000"/>
              </a:lnSpc>
            </a:pPr>
            <a:r>
              <a:rPr lang="pt-BR" altLang="pt-BR" sz="1800" dirty="0">
                <a:solidFill>
                  <a:schemeClr val="tx1"/>
                </a:solidFill>
              </a:rPr>
              <a:t>Em contrapartida aos circuitos lógicos combinacionais existem os circuitos lógicos sequenciais, os circuitos lógicos combinacionais “são circuitos lógicos para os quais os valores das saídas são completamente determinados apenas pelos valores das entradas no instante considerado”. Estes circuitos não possuem memória.</a:t>
            </a:r>
          </a:p>
          <a:p>
            <a:pPr algn="just" eaLnBrk="1" hangingPunct="1">
              <a:lnSpc>
                <a:spcPct val="120000"/>
              </a:lnSpc>
            </a:pPr>
            <a:endParaRPr lang="pt-BR" altLang="pt-BR" sz="1800" dirty="0">
              <a:solidFill>
                <a:schemeClr val="tx1"/>
              </a:solidFill>
            </a:endParaRPr>
          </a:p>
        </p:txBody>
      </p:sp>
    </p:spTree>
    <p:extLst>
      <p:ext uri="{BB962C8B-B14F-4D97-AF65-F5344CB8AC3E}">
        <p14:creationId xmlns:p14="http://schemas.microsoft.com/office/powerpoint/2010/main" val="823878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Figura4"/>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1835150" y="2011363"/>
            <a:ext cx="4968875" cy="40100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1" name="Rectangle 3"/>
          <p:cNvSpPr>
            <a:spLocks noChangeArrowheads="1"/>
          </p:cNvSpPr>
          <p:nvPr/>
        </p:nvSpPr>
        <p:spPr bwMode="auto">
          <a:xfrm>
            <a:off x="34925" y="717896"/>
            <a:ext cx="8891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800" b="1" dirty="0">
                <a:solidFill>
                  <a:schemeClr val="tx1"/>
                </a:solidFill>
              </a:rPr>
              <a:t>	Memórias:</a:t>
            </a:r>
          </a:p>
        </p:txBody>
      </p:sp>
    </p:spTree>
    <p:extLst>
      <p:ext uri="{BB962C8B-B14F-4D97-AF65-F5344CB8AC3E}">
        <p14:creationId xmlns:p14="http://schemas.microsoft.com/office/powerpoint/2010/main" val="3604380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ig 00"/>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457200" y="1012825"/>
            <a:ext cx="8002588" cy="50085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a:extLst>
              <a:ext uri="{FF2B5EF4-FFF2-40B4-BE49-F238E27FC236}">
                <a16:creationId xmlns:a16="http://schemas.microsoft.com/office/drawing/2014/main" id="{D6608210-BB6E-644C-1478-F0EB6BCA9DF5}"/>
              </a:ext>
            </a:extLst>
          </p:cNvPr>
          <p:cNvSpPr>
            <a:spLocks noChangeArrowheads="1"/>
          </p:cNvSpPr>
          <p:nvPr/>
        </p:nvSpPr>
        <p:spPr bwMode="auto">
          <a:xfrm>
            <a:off x="34925" y="717896"/>
            <a:ext cx="8891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800" b="1" dirty="0">
                <a:solidFill>
                  <a:schemeClr val="tx1"/>
                </a:solidFill>
              </a:rPr>
              <a:t>	Memórias:</a:t>
            </a:r>
          </a:p>
        </p:txBody>
      </p:sp>
      <p:sp>
        <p:nvSpPr>
          <p:cNvPr id="3" name="CaixaDeTexto 2">
            <a:extLst>
              <a:ext uri="{FF2B5EF4-FFF2-40B4-BE49-F238E27FC236}">
                <a16:creationId xmlns:a16="http://schemas.microsoft.com/office/drawing/2014/main" id="{099F1EE2-6E55-6D15-3D25-A29A0A568A0F}"/>
              </a:ext>
            </a:extLst>
          </p:cNvPr>
          <p:cNvSpPr txBox="1"/>
          <p:nvPr/>
        </p:nvSpPr>
        <p:spPr>
          <a:xfrm flipH="1">
            <a:off x="457200" y="6140104"/>
            <a:ext cx="8273333" cy="646331"/>
          </a:xfrm>
          <a:prstGeom prst="rect">
            <a:avLst/>
          </a:prstGeom>
          <a:noFill/>
        </p:spPr>
        <p:txBody>
          <a:bodyPr wrap="square" rtlCol="0">
            <a:spAutoFit/>
          </a:bodyPr>
          <a:lstStyle/>
          <a:p>
            <a:r>
              <a:rPr lang="pt-BR" b="1" dirty="0"/>
              <a:t>REM:</a:t>
            </a:r>
            <a:r>
              <a:rPr lang="pt-BR" b="0" i="0" dirty="0">
                <a:solidFill>
                  <a:srgbClr val="202124"/>
                </a:solidFill>
                <a:effectLst/>
                <a:latin typeface="arial" panose="020B0604020202020204" pitchFamily="34" charset="0"/>
              </a:rPr>
              <a:t> Armazenar temporariamente o endereço de acesso a uma posição de memória.</a:t>
            </a:r>
            <a:endParaRPr lang="pt-BR" dirty="0"/>
          </a:p>
        </p:txBody>
      </p:sp>
    </p:spTree>
    <p:extLst>
      <p:ext uri="{BB962C8B-B14F-4D97-AF65-F5344CB8AC3E}">
        <p14:creationId xmlns:p14="http://schemas.microsoft.com/office/powerpoint/2010/main" val="153334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Fig 01"/>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1089439" y="1341639"/>
            <a:ext cx="7021513" cy="52339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a:extLst>
              <a:ext uri="{FF2B5EF4-FFF2-40B4-BE49-F238E27FC236}">
                <a16:creationId xmlns:a16="http://schemas.microsoft.com/office/drawing/2014/main" id="{7D995A8C-8C11-17B3-E7C3-4D2F4362BED7}"/>
              </a:ext>
            </a:extLst>
          </p:cNvPr>
          <p:cNvSpPr>
            <a:spLocks noChangeArrowheads="1"/>
          </p:cNvSpPr>
          <p:nvPr/>
        </p:nvSpPr>
        <p:spPr bwMode="auto">
          <a:xfrm>
            <a:off x="34925" y="717896"/>
            <a:ext cx="8891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800" b="1" dirty="0">
                <a:solidFill>
                  <a:schemeClr val="tx1"/>
                </a:solidFill>
              </a:rPr>
              <a:t>	Memórias:</a:t>
            </a:r>
          </a:p>
        </p:txBody>
      </p:sp>
    </p:spTree>
    <p:extLst>
      <p:ext uri="{BB962C8B-B14F-4D97-AF65-F5344CB8AC3E}">
        <p14:creationId xmlns:p14="http://schemas.microsoft.com/office/powerpoint/2010/main" val="3647291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Fig 02"/>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1150938" y="1453525"/>
            <a:ext cx="6805612" cy="48307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a:extLst>
              <a:ext uri="{FF2B5EF4-FFF2-40B4-BE49-F238E27FC236}">
                <a16:creationId xmlns:a16="http://schemas.microsoft.com/office/drawing/2014/main" id="{C6F7D95D-F4DE-C0BC-E416-EF6630B17CA1}"/>
              </a:ext>
            </a:extLst>
          </p:cNvPr>
          <p:cNvSpPr>
            <a:spLocks noChangeArrowheads="1"/>
          </p:cNvSpPr>
          <p:nvPr/>
        </p:nvSpPr>
        <p:spPr bwMode="auto">
          <a:xfrm>
            <a:off x="34925" y="717896"/>
            <a:ext cx="8891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800" b="1" dirty="0">
                <a:solidFill>
                  <a:schemeClr val="tx1"/>
                </a:solidFill>
              </a:rPr>
              <a:t>	Memórias:</a:t>
            </a:r>
          </a:p>
        </p:txBody>
      </p:sp>
    </p:spTree>
    <p:extLst>
      <p:ext uri="{BB962C8B-B14F-4D97-AF65-F5344CB8AC3E}">
        <p14:creationId xmlns:p14="http://schemas.microsoft.com/office/powerpoint/2010/main" val="2230108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Fig 03"/>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1223963" y="1448213"/>
            <a:ext cx="7092950" cy="49831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a:extLst>
              <a:ext uri="{FF2B5EF4-FFF2-40B4-BE49-F238E27FC236}">
                <a16:creationId xmlns:a16="http://schemas.microsoft.com/office/drawing/2014/main" id="{A41E4C9D-1F85-888D-FA44-655945A5EE10}"/>
              </a:ext>
            </a:extLst>
          </p:cNvPr>
          <p:cNvSpPr>
            <a:spLocks noChangeArrowheads="1"/>
          </p:cNvSpPr>
          <p:nvPr/>
        </p:nvSpPr>
        <p:spPr bwMode="auto">
          <a:xfrm>
            <a:off x="34925" y="717896"/>
            <a:ext cx="8891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800" b="1" dirty="0">
                <a:solidFill>
                  <a:schemeClr val="tx1"/>
                </a:solidFill>
              </a:rPr>
              <a:t>	Memórias:</a:t>
            </a:r>
          </a:p>
        </p:txBody>
      </p:sp>
    </p:spTree>
    <p:extLst>
      <p:ext uri="{BB962C8B-B14F-4D97-AF65-F5344CB8AC3E}">
        <p14:creationId xmlns:p14="http://schemas.microsoft.com/office/powerpoint/2010/main" val="250102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557338"/>
            <a:ext cx="6488113"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29442DA5-4573-EB27-27E5-43F6989DFDAF}"/>
              </a:ext>
            </a:extLst>
          </p:cNvPr>
          <p:cNvSpPr>
            <a:spLocks noChangeArrowheads="1"/>
          </p:cNvSpPr>
          <p:nvPr/>
        </p:nvSpPr>
        <p:spPr bwMode="auto">
          <a:xfrm>
            <a:off x="34925" y="717896"/>
            <a:ext cx="8891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800" b="1" dirty="0">
                <a:solidFill>
                  <a:schemeClr val="tx1"/>
                </a:solidFill>
              </a:rPr>
              <a:t>	Memórias:</a:t>
            </a:r>
          </a:p>
        </p:txBody>
      </p:sp>
    </p:spTree>
    <p:extLst>
      <p:ext uri="{BB962C8B-B14F-4D97-AF65-F5344CB8AC3E}">
        <p14:creationId xmlns:p14="http://schemas.microsoft.com/office/powerpoint/2010/main" val="606006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Figura1"/>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67089" y="2339401"/>
            <a:ext cx="5441955" cy="438315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descr="Fig 2"/>
          <p:cNvPicPr>
            <a:picLocks noGrp="1"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177157" y="3407346"/>
            <a:ext cx="2549986" cy="986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a:extLst>
              <a:ext uri="{FF2B5EF4-FFF2-40B4-BE49-F238E27FC236}">
                <a16:creationId xmlns:a16="http://schemas.microsoft.com/office/drawing/2014/main" id="{A88202C8-6A3F-7B73-E27E-A7DC288C968A}"/>
              </a:ext>
            </a:extLst>
          </p:cNvPr>
          <p:cNvSpPr>
            <a:spLocks noChangeArrowheads="1"/>
          </p:cNvSpPr>
          <p:nvPr/>
        </p:nvSpPr>
        <p:spPr bwMode="auto">
          <a:xfrm>
            <a:off x="34925" y="717896"/>
            <a:ext cx="8891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800" b="1" dirty="0">
                <a:solidFill>
                  <a:schemeClr val="tx1"/>
                </a:solidFill>
              </a:rPr>
              <a:t>	Memórias:</a:t>
            </a:r>
          </a:p>
        </p:txBody>
      </p:sp>
      <p:sp>
        <p:nvSpPr>
          <p:cNvPr id="3" name="CaixaDeTexto 2">
            <a:extLst>
              <a:ext uri="{FF2B5EF4-FFF2-40B4-BE49-F238E27FC236}">
                <a16:creationId xmlns:a16="http://schemas.microsoft.com/office/drawing/2014/main" id="{E61198CC-48AF-9726-EA2B-83BE3675A1ED}"/>
              </a:ext>
            </a:extLst>
          </p:cNvPr>
          <p:cNvSpPr txBox="1"/>
          <p:nvPr/>
        </p:nvSpPr>
        <p:spPr>
          <a:xfrm>
            <a:off x="6137988" y="2083907"/>
            <a:ext cx="2628325" cy="1323439"/>
          </a:xfrm>
          <a:prstGeom prst="rect">
            <a:avLst/>
          </a:prstGeom>
          <a:noFill/>
        </p:spPr>
        <p:txBody>
          <a:bodyPr wrap="square" rtlCol="0">
            <a:spAutoFit/>
          </a:bodyPr>
          <a:lstStyle/>
          <a:p>
            <a:pPr algn="just"/>
            <a:r>
              <a:rPr lang="pt-BR" sz="2000" dirty="0"/>
              <a:t>Flip-Flop é utilizado como memória unitária do bit nas memórias do tipo Registrador.</a:t>
            </a:r>
          </a:p>
        </p:txBody>
      </p:sp>
      <p:sp>
        <p:nvSpPr>
          <p:cNvPr id="4" name="CaixaDeTexto 3">
            <a:extLst>
              <a:ext uri="{FF2B5EF4-FFF2-40B4-BE49-F238E27FC236}">
                <a16:creationId xmlns:a16="http://schemas.microsoft.com/office/drawing/2014/main" id="{6FE7AAEA-C6B5-1391-31CC-A99E810D7D57}"/>
              </a:ext>
            </a:extLst>
          </p:cNvPr>
          <p:cNvSpPr txBox="1"/>
          <p:nvPr/>
        </p:nvSpPr>
        <p:spPr>
          <a:xfrm>
            <a:off x="1759366" y="1580322"/>
            <a:ext cx="2057400" cy="369332"/>
          </a:xfrm>
          <a:prstGeom prst="rect">
            <a:avLst/>
          </a:prstGeom>
          <a:noFill/>
        </p:spPr>
        <p:txBody>
          <a:bodyPr wrap="square" rtlCol="0">
            <a:spAutoFit/>
          </a:bodyPr>
          <a:lstStyle/>
          <a:p>
            <a:pPr algn="ctr"/>
            <a:r>
              <a:rPr lang="pt-BR" b="1" dirty="0">
                <a:solidFill>
                  <a:srgbClr val="FF0000"/>
                </a:solidFill>
              </a:rPr>
              <a:t>Leitura</a:t>
            </a:r>
          </a:p>
        </p:txBody>
      </p:sp>
      <p:sp>
        <p:nvSpPr>
          <p:cNvPr id="5" name="CaixaDeTexto 4">
            <a:extLst>
              <a:ext uri="{FF2B5EF4-FFF2-40B4-BE49-F238E27FC236}">
                <a16:creationId xmlns:a16="http://schemas.microsoft.com/office/drawing/2014/main" id="{0604C840-3C2B-657B-1453-41082BFBE356}"/>
              </a:ext>
            </a:extLst>
          </p:cNvPr>
          <p:cNvSpPr txBox="1"/>
          <p:nvPr/>
        </p:nvSpPr>
        <p:spPr>
          <a:xfrm>
            <a:off x="5433060" y="3493551"/>
            <a:ext cx="320040" cy="307777"/>
          </a:xfrm>
          <a:prstGeom prst="rect">
            <a:avLst/>
          </a:prstGeom>
          <a:noFill/>
        </p:spPr>
        <p:txBody>
          <a:bodyPr wrap="square" rtlCol="0">
            <a:spAutoFit/>
          </a:bodyPr>
          <a:lstStyle/>
          <a:p>
            <a:r>
              <a:rPr lang="pt-BR" sz="1400" b="1" dirty="0">
                <a:solidFill>
                  <a:srgbClr val="FF0000"/>
                </a:solidFill>
              </a:rPr>
              <a:t>1</a:t>
            </a:r>
          </a:p>
        </p:txBody>
      </p:sp>
      <p:sp>
        <p:nvSpPr>
          <p:cNvPr id="6" name="CaixaDeTexto 5">
            <a:extLst>
              <a:ext uri="{FF2B5EF4-FFF2-40B4-BE49-F238E27FC236}">
                <a16:creationId xmlns:a16="http://schemas.microsoft.com/office/drawing/2014/main" id="{E318831F-87A2-F371-D3CD-480DA1400F97}"/>
              </a:ext>
            </a:extLst>
          </p:cNvPr>
          <p:cNvSpPr txBox="1"/>
          <p:nvPr/>
        </p:nvSpPr>
        <p:spPr>
          <a:xfrm>
            <a:off x="5430520" y="3210560"/>
            <a:ext cx="320040" cy="307777"/>
          </a:xfrm>
          <a:prstGeom prst="rect">
            <a:avLst/>
          </a:prstGeom>
          <a:noFill/>
        </p:spPr>
        <p:txBody>
          <a:bodyPr wrap="square" rtlCol="0">
            <a:spAutoFit/>
          </a:bodyPr>
          <a:lstStyle/>
          <a:p>
            <a:r>
              <a:rPr lang="pt-BR" sz="1400" b="1" dirty="0">
                <a:solidFill>
                  <a:srgbClr val="FFC000"/>
                </a:solidFill>
              </a:rPr>
              <a:t>0</a:t>
            </a:r>
          </a:p>
        </p:txBody>
      </p:sp>
      <p:sp>
        <p:nvSpPr>
          <p:cNvPr id="7" name="CaixaDeTexto 6">
            <a:extLst>
              <a:ext uri="{FF2B5EF4-FFF2-40B4-BE49-F238E27FC236}">
                <a16:creationId xmlns:a16="http://schemas.microsoft.com/office/drawing/2014/main" id="{E568F02B-21B1-A149-F146-4512B0BFE61E}"/>
              </a:ext>
            </a:extLst>
          </p:cNvPr>
          <p:cNvSpPr txBox="1"/>
          <p:nvPr/>
        </p:nvSpPr>
        <p:spPr>
          <a:xfrm>
            <a:off x="5443443" y="4616652"/>
            <a:ext cx="1124336" cy="307777"/>
          </a:xfrm>
          <a:prstGeom prst="rect">
            <a:avLst/>
          </a:prstGeom>
          <a:noFill/>
        </p:spPr>
        <p:txBody>
          <a:bodyPr wrap="square" rtlCol="0">
            <a:spAutoFit/>
          </a:bodyPr>
          <a:lstStyle/>
          <a:p>
            <a:r>
              <a:rPr lang="pt-BR" sz="1400" b="1" dirty="0">
                <a:solidFill>
                  <a:srgbClr val="FF0000"/>
                </a:solidFill>
              </a:rPr>
              <a:t>DADO</a:t>
            </a:r>
          </a:p>
        </p:txBody>
      </p:sp>
    </p:spTree>
    <p:extLst>
      <p:ext uri="{BB962C8B-B14F-4D97-AF65-F5344CB8AC3E}">
        <p14:creationId xmlns:p14="http://schemas.microsoft.com/office/powerpoint/2010/main" val="98275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5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Figura1"/>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67089" y="2339401"/>
            <a:ext cx="5441955" cy="438315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descr="Fig 2"/>
          <p:cNvPicPr>
            <a:picLocks noGrp="1"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177157" y="3407346"/>
            <a:ext cx="2549986" cy="986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a:extLst>
              <a:ext uri="{FF2B5EF4-FFF2-40B4-BE49-F238E27FC236}">
                <a16:creationId xmlns:a16="http://schemas.microsoft.com/office/drawing/2014/main" id="{A88202C8-6A3F-7B73-E27E-A7DC288C968A}"/>
              </a:ext>
            </a:extLst>
          </p:cNvPr>
          <p:cNvSpPr>
            <a:spLocks noChangeArrowheads="1"/>
          </p:cNvSpPr>
          <p:nvPr/>
        </p:nvSpPr>
        <p:spPr bwMode="auto">
          <a:xfrm>
            <a:off x="34925" y="717896"/>
            <a:ext cx="8891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800" b="1" dirty="0">
                <a:solidFill>
                  <a:schemeClr val="tx1"/>
                </a:solidFill>
              </a:rPr>
              <a:t>	Memórias:</a:t>
            </a:r>
          </a:p>
        </p:txBody>
      </p:sp>
      <p:sp>
        <p:nvSpPr>
          <p:cNvPr id="3" name="CaixaDeTexto 2">
            <a:extLst>
              <a:ext uri="{FF2B5EF4-FFF2-40B4-BE49-F238E27FC236}">
                <a16:creationId xmlns:a16="http://schemas.microsoft.com/office/drawing/2014/main" id="{E61198CC-48AF-9726-EA2B-83BE3675A1ED}"/>
              </a:ext>
            </a:extLst>
          </p:cNvPr>
          <p:cNvSpPr txBox="1"/>
          <p:nvPr/>
        </p:nvSpPr>
        <p:spPr>
          <a:xfrm>
            <a:off x="6137988" y="2083907"/>
            <a:ext cx="2628325" cy="1323439"/>
          </a:xfrm>
          <a:prstGeom prst="rect">
            <a:avLst/>
          </a:prstGeom>
          <a:noFill/>
        </p:spPr>
        <p:txBody>
          <a:bodyPr wrap="square" rtlCol="0">
            <a:spAutoFit/>
          </a:bodyPr>
          <a:lstStyle/>
          <a:p>
            <a:pPr algn="just"/>
            <a:r>
              <a:rPr lang="pt-BR" sz="2000" dirty="0"/>
              <a:t>Flip-Flop é utilizado como memória unitária do bit nas memórias do tipo Registrador.</a:t>
            </a:r>
          </a:p>
        </p:txBody>
      </p:sp>
      <p:sp>
        <p:nvSpPr>
          <p:cNvPr id="4" name="CaixaDeTexto 3">
            <a:extLst>
              <a:ext uri="{FF2B5EF4-FFF2-40B4-BE49-F238E27FC236}">
                <a16:creationId xmlns:a16="http://schemas.microsoft.com/office/drawing/2014/main" id="{6FE7AAEA-C6B5-1391-31CC-A99E810D7D57}"/>
              </a:ext>
            </a:extLst>
          </p:cNvPr>
          <p:cNvSpPr txBox="1"/>
          <p:nvPr/>
        </p:nvSpPr>
        <p:spPr>
          <a:xfrm>
            <a:off x="1759366" y="1580322"/>
            <a:ext cx="2057400" cy="646331"/>
          </a:xfrm>
          <a:prstGeom prst="rect">
            <a:avLst/>
          </a:prstGeom>
          <a:noFill/>
        </p:spPr>
        <p:txBody>
          <a:bodyPr wrap="square" rtlCol="0">
            <a:spAutoFit/>
          </a:bodyPr>
          <a:lstStyle/>
          <a:p>
            <a:pPr algn="ctr"/>
            <a:r>
              <a:rPr lang="pt-BR" b="1" dirty="0">
                <a:solidFill>
                  <a:srgbClr val="FF0000"/>
                </a:solidFill>
              </a:rPr>
              <a:t>Estrita (gravar)</a:t>
            </a:r>
          </a:p>
          <a:p>
            <a:pPr algn="ctr"/>
            <a:endParaRPr lang="pt-BR" b="1" dirty="0">
              <a:solidFill>
                <a:srgbClr val="FF0000"/>
              </a:solidFill>
            </a:endParaRPr>
          </a:p>
        </p:txBody>
      </p:sp>
      <p:sp>
        <p:nvSpPr>
          <p:cNvPr id="5" name="CaixaDeTexto 4">
            <a:extLst>
              <a:ext uri="{FF2B5EF4-FFF2-40B4-BE49-F238E27FC236}">
                <a16:creationId xmlns:a16="http://schemas.microsoft.com/office/drawing/2014/main" id="{0604C840-3C2B-657B-1453-41082BFBE356}"/>
              </a:ext>
            </a:extLst>
          </p:cNvPr>
          <p:cNvSpPr txBox="1"/>
          <p:nvPr/>
        </p:nvSpPr>
        <p:spPr>
          <a:xfrm>
            <a:off x="5433060" y="3493551"/>
            <a:ext cx="320040" cy="307777"/>
          </a:xfrm>
          <a:prstGeom prst="rect">
            <a:avLst/>
          </a:prstGeom>
          <a:noFill/>
        </p:spPr>
        <p:txBody>
          <a:bodyPr wrap="square" rtlCol="0">
            <a:spAutoFit/>
          </a:bodyPr>
          <a:lstStyle/>
          <a:p>
            <a:r>
              <a:rPr lang="pt-BR" sz="1400" b="1" dirty="0">
                <a:solidFill>
                  <a:srgbClr val="FF0000"/>
                </a:solidFill>
              </a:rPr>
              <a:t>0</a:t>
            </a:r>
          </a:p>
        </p:txBody>
      </p:sp>
      <p:sp>
        <p:nvSpPr>
          <p:cNvPr id="6" name="CaixaDeTexto 5">
            <a:extLst>
              <a:ext uri="{FF2B5EF4-FFF2-40B4-BE49-F238E27FC236}">
                <a16:creationId xmlns:a16="http://schemas.microsoft.com/office/drawing/2014/main" id="{E318831F-87A2-F371-D3CD-480DA1400F97}"/>
              </a:ext>
            </a:extLst>
          </p:cNvPr>
          <p:cNvSpPr txBox="1"/>
          <p:nvPr/>
        </p:nvSpPr>
        <p:spPr>
          <a:xfrm>
            <a:off x="5430520" y="3210560"/>
            <a:ext cx="320040" cy="307777"/>
          </a:xfrm>
          <a:prstGeom prst="rect">
            <a:avLst/>
          </a:prstGeom>
          <a:noFill/>
        </p:spPr>
        <p:txBody>
          <a:bodyPr wrap="square" rtlCol="0">
            <a:spAutoFit/>
          </a:bodyPr>
          <a:lstStyle/>
          <a:p>
            <a:r>
              <a:rPr lang="pt-BR" sz="1400" b="1" dirty="0">
                <a:solidFill>
                  <a:srgbClr val="FFC000"/>
                </a:solidFill>
              </a:rPr>
              <a:t>1</a:t>
            </a:r>
          </a:p>
        </p:txBody>
      </p:sp>
      <p:sp>
        <p:nvSpPr>
          <p:cNvPr id="7" name="CaixaDeTexto 6">
            <a:extLst>
              <a:ext uri="{FF2B5EF4-FFF2-40B4-BE49-F238E27FC236}">
                <a16:creationId xmlns:a16="http://schemas.microsoft.com/office/drawing/2014/main" id="{E568F02B-21B1-A149-F146-4512B0BFE61E}"/>
              </a:ext>
            </a:extLst>
          </p:cNvPr>
          <p:cNvSpPr txBox="1"/>
          <p:nvPr/>
        </p:nvSpPr>
        <p:spPr>
          <a:xfrm>
            <a:off x="5469064" y="2647721"/>
            <a:ext cx="1124336" cy="307777"/>
          </a:xfrm>
          <a:prstGeom prst="rect">
            <a:avLst/>
          </a:prstGeom>
          <a:noFill/>
        </p:spPr>
        <p:txBody>
          <a:bodyPr wrap="square" rtlCol="0">
            <a:spAutoFit/>
          </a:bodyPr>
          <a:lstStyle/>
          <a:p>
            <a:r>
              <a:rPr lang="pt-BR" sz="1400" b="1" dirty="0">
                <a:solidFill>
                  <a:schemeClr val="accent1"/>
                </a:solidFill>
              </a:rPr>
              <a:t>DADO</a:t>
            </a:r>
          </a:p>
        </p:txBody>
      </p:sp>
      <p:grpSp>
        <p:nvGrpSpPr>
          <p:cNvPr id="37" name="Agrupar 36">
            <a:extLst>
              <a:ext uri="{FF2B5EF4-FFF2-40B4-BE49-F238E27FC236}">
                <a16:creationId xmlns:a16="http://schemas.microsoft.com/office/drawing/2014/main" id="{FF36B174-77F6-AE0E-905A-FBE9B1DD4C29}"/>
              </a:ext>
            </a:extLst>
          </p:cNvPr>
          <p:cNvGrpSpPr/>
          <p:nvPr/>
        </p:nvGrpSpPr>
        <p:grpSpPr>
          <a:xfrm>
            <a:off x="1300480" y="3366707"/>
            <a:ext cx="4094480" cy="2411511"/>
            <a:chOff x="1300480" y="3364449"/>
            <a:chExt cx="4094480" cy="2411511"/>
          </a:xfrm>
        </p:grpSpPr>
        <p:cxnSp>
          <p:nvCxnSpPr>
            <p:cNvPr id="9" name="Conector reto 8">
              <a:extLst>
                <a:ext uri="{FF2B5EF4-FFF2-40B4-BE49-F238E27FC236}">
                  <a16:creationId xmlns:a16="http://schemas.microsoft.com/office/drawing/2014/main" id="{9A569E46-EEF2-F206-0D75-87E6DCF3F926}"/>
                </a:ext>
              </a:extLst>
            </p:cNvPr>
            <p:cNvCxnSpPr>
              <a:cxnSpLocks/>
            </p:cNvCxnSpPr>
            <p:nvPr/>
          </p:nvCxnSpPr>
          <p:spPr>
            <a:xfrm flipH="1">
              <a:off x="1300480" y="3364449"/>
              <a:ext cx="4094480" cy="0"/>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13" name="Conector reto 12">
              <a:extLst>
                <a:ext uri="{FF2B5EF4-FFF2-40B4-BE49-F238E27FC236}">
                  <a16:creationId xmlns:a16="http://schemas.microsoft.com/office/drawing/2014/main" id="{0C428BDC-C8D9-D872-C0F8-6EFD2BAA8F23}"/>
                </a:ext>
              </a:extLst>
            </p:cNvPr>
            <p:cNvCxnSpPr>
              <a:cxnSpLocks/>
            </p:cNvCxnSpPr>
            <p:nvPr/>
          </p:nvCxnSpPr>
          <p:spPr>
            <a:xfrm flipH="1">
              <a:off x="1300480" y="5569169"/>
              <a:ext cx="3271520" cy="0"/>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16" name="Conector reto 15">
              <a:extLst>
                <a:ext uri="{FF2B5EF4-FFF2-40B4-BE49-F238E27FC236}">
                  <a16:creationId xmlns:a16="http://schemas.microsoft.com/office/drawing/2014/main" id="{A97478AF-1869-8E94-6373-33CC398425E6}"/>
                </a:ext>
              </a:extLst>
            </p:cNvPr>
            <p:cNvCxnSpPr>
              <a:cxnSpLocks/>
            </p:cNvCxnSpPr>
            <p:nvPr/>
          </p:nvCxnSpPr>
          <p:spPr>
            <a:xfrm flipH="1">
              <a:off x="1300480" y="4837649"/>
              <a:ext cx="3271520" cy="0"/>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17" name="Conector reto 16">
              <a:extLst>
                <a:ext uri="{FF2B5EF4-FFF2-40B4-BE49-F238E27FC236}">
                  <a16:creationId xmlns:a16="http://schemas.microsoft.com/office/drawing/2014/main" id="{E7EBDBC6-83C6-FA67-AE95-C08DDDE21C13}"/>
                </a:ext>
              </a:extLst>
            </p:cNvPr>
            <p:cNvCxnSpPr>
              <a:cxnSpLocks/>
            </p:cNvCxnSpPr>
            <p:nvPr/>
          </p:nvCxnSpPr>
          <p:spPr>
            <a:xfrm flipH="1">
              <a:off x="1300480" y="4095969"/>
              <a:ext cx="3271520" cy="0"/>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19" name="Conector reto 18">
              <a:extLst>
                <a:ext uri="{FF2B5EF4-FFF2-40B4-BE49-F238E27FC236}">
                  <a16:creationId xmlns:a16="http://schemas.microsoft.com/office/drawing/2014/main" id="{03F6527D-CA18-5265-EC05-78AAEEE4775A}"/>
                </a:ext>
              </a:extLst>
            </p:cNvPr>
            <p:cNvCxnSpPr/>
            <p:nvPr/>
          </p:nvCxnSpPr>
          <p:spPr>
            <a:xfrm>
              <a:off x="4572000" y="3364449"/>
              <a:ext cx="0" cy="2204720"/>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1" name="Conector reto 20">
              <a:extLst>
                <a:ext uri="{FF2B5EF4-FFF2-40B4-BE49-F238E27FC236}">
                  <a16:creationId xmlns:a16="http://schemas.microsoft.com/office/drawing/2014/main" id="{21B7A544-7818-67E3-726E-BBA949DDE0C8}"/>
                </a:ext>
              </a:extLst>
            </p:cNvPr>
            <p:cNvCxnSpPr/>
            <p:nvPr/>
          </p:nvCxnSpPr>
          <p:spPr>
            <a:xfrm>
              <a:off x="4008120" y="336444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2" name="Conector reto 21">
              <a:extLst>
                <a:ext uri="{FF2B5EF4-FFF2-40B4-BE49-F238E27FC236}">
                  <a16:creationId xmlns:a16="http://schemas.microsoft.com/office/drawing/2014/main" id="{027D2260-A0FA-9E78-657F-F6D30B2C073C}"/>
                </a:ext>
              </a:extLst>
            </p:cNvPr>
            <p:cNvCxnSpPr/>
            <p:nvPr/>
          </p:nvCxnSpPr>
          <p:spPr>
            <a:xfrm>
              <a:off x="3103880" y="336444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3" name="Conector reto 22">
              <a:extLst>
                <a:ext uri="{FF2B5EF4-FFF2-40B4-BE49-F238E27FC236}">
                  <a16:creationId xmlns:a16="http://schemas.microsoft.com/office/drawing/2014/main" id="{0616480B-1750-B01C-C22C-76FB7205DD3F}"/>
                </a:ext>
              </a:extLst>
            </p:cNvPr>
            <p:cNvCxnSpPr/>
            <p:nvPr/>
          </p:nvCxnSpPr>
          <p:spPr>
            <a:xfrm>
              <a:off x="2204720" y="336444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4" name="Conector reto 23">
              <a:extLst>
                <a:ext uri="{FF2B5EF4-FFF2-40B4-BE49-F238E27FC236}">
                  <a16:creationId xmlns:a16="http://schemas.microsoft.com/office/drawing/2014/main" id="{CAD98DD2-021A-8C5A-D2DC-42F242861AB5}"/>
                </a:ext>
              </a:extLst>
            </p:cNvPr>
            <p:cNvCxnSpPr/>
            <p:nvPr/>
          </p:nvCxnSpPr>
          <p:spPr>
            <a:xfrm>
              <a:off x="1310640" y="336444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5" name="Conector reto 24">
              <a:extLst>
                <a:ext uri="{FF2B5EF4-FFF2-40B4-BE49-F238E27FC236}">
                  <a16:creationId xmlns:a16="http://schemas.microsoft.com/office/drawing/2014/main" id="{780DDA8D-36F3-F248-F477-BDC284F94874}"/>
                </a:ext>
              </a:extLst>
            </p:cNvPr>
            <p:cNvCxnSpPr/>
            <p:nvPr/>
          </p:nvCxnSpPr>
          <p:spPr>
            <a:xfrm>
              <a:off x="4013200" y="406040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6" name="Conector reto 25">
              <a:extLst>
                <a:ext uri="{FF2B5EF4-FFF2-40B4-BE49-F238E27FC236}">
                  <a16:creationId xmlns:a16="http://schemas.microsoft.com/office/drawing/2014/main" id="{7EADE506-EFF9-2F3F-1F6D-A478880AC367}"/>
                </a:ext>
              </a:extLst>
            </p:cNvPr>
            <p:cNvCxnSpPr/>
            <p:nvPr/>
          </p:nvCxnSpPr>
          <p:spPr>
            <a:xfrm>
              <a:off x="3103880" y="406040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7" name="Conector reto 26">
              <a:extLst>
                <a:ext uri="{FF2B5EF4-FFF2-40B4-BE49-F238E27FC236}">
                  <a16:creationId xmlns:a16="http://schemas.microsoft.com/office/drawing/2014/main" id="{D965C07C-52EE-FB89-8E28-1F4C15C24963}"/>
                </a:ext>
              </a:extLst>
            </p:cNvPr>
            <p:cNvCxnSpPr/>
            <p:nvPr/>
          </p:nvCxnSpPr>
          <p:spPr>
            <a:xfrm>
              <a:off x="2204720" y="409596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8" name="Conector reto 27">
              <a:extLst>
                <a:ext uri="{FF2B5EF4-FFF2-40B4-BE49-F238E27FC236}">
                  <a16:creationId xmlns:a16="http://schemas.microsoft.com/office/drawing/2014/main" id="{6C280422-A42C-129E-D425-183CAE8767B6}"/>
                </a:ext>
              </a:extLst>
            </p:cNvPr>
            <p:cNvCxnSpPr/>
            <p:nvPr/>
          </p:nvCxnSpPr>
          <p:spPr>
            <a:xfrm>
              <a:off x="1310640" y="409596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29" name="Conector reto 28">
              <a:extLst>
                <a:ext uri="{FF2B5EF4-FFF2-40B4-BE49-F238E27FC236}">
                  <a16:creationId xmlns:a16="http://schemas.microsoft.com/office/drawing/2014/main" id="{45410ED3-BC67-F638-3BA1-4818C19E05F8}"/>
                </a:ext>
              </a:extLst>
            </p:cNvPr>
            <p:cNvCxnSpPr/>
            <p:nvPr/>
          </p:nvCxnSpPr>
          <p:spPr>
            <a:xfrm>
              <a:off x="4008120" y="483764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30" name="Conector reto 29">
              <a:extLst>
                <a:ext uri="{FF2B5EF4-FFF2-40B4-BE49-F238E27FC236}">
                  <a16:creationId xmlns:a16="http://schemas.microsoft.com/office/drawing/2014/main" id="{0FD5882E-2F06-B261-3182-96FE6023B132}"/>
                </a:ext>
              </a:extLst>
            </p:cNvPr>
            <p:cNvCxnSpPr/>
            <p:nvPr/>
          </p:nvCxnSpPr>
          <p:spPr>
            <a:xfrm>
              <a:off x="3103880" y="483764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31" name="Conector reto 30">
              <a:extLst>
                <a:ext uri="{FF2B5EF4-FFF2-40B4-BE49-F238E27FC236}">
                  <a16:creationId xmlns:a16="http://schemas.microsoft.com/office/drawing/2014/main" id="{F1BC95C2-8C16-22E1-BA81-EE7C63F28D77}"/>
                </a:ext>
              </a:extLst>
            </p:cNvPr>
            <p:cNvCxnSpPr/>
            <p:nvPr/>
          </p:nvCxnSpPr>
          <p:spPr>
            <a:xfrm>
              <a:off x="2204720" y="483764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32" name="Conector reto 31">
              <a:extLst>
                <a:ext uri="{FF2B5EF4-FFF2-40B4-BE49-F238E27FC236}">
                  <a16:creationId xmlns:a16="http://schemas.microsoft.com/office/drawing/2014/main" id="{B6A9CBE9-ACB2-69A4-0D9C-BB21EBAB0F26}"/>
                </a:ext>
              </a:extLst>
            </p:cNvPr>
            <p:cNvCxnSpPr/>
            <p:nvPr/>
          </p:nvCxnSpPr>
          <p:spPr>
            <a:xfrm>
              <a:off x="1310640" y="483764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33" name="Conector reto 32">
              <a:extLst>
                <a:ext uri="{FF2B5EF4-FFF2-40B4-BE49-F238E27FC236}">
                  <a16:creationId xmlns:a16="http://schemas.microsoft.com/office/drawing/2014/main" id="{BADE3688-0948-BAD3-92F0-DBE74321C628}"/>
                </a:ext>
              </a:extLst>
            </p:cNvPr>
            <p:cNvCxnSpPr/>
            <p:nvPr/>
          </p:nvCxnSpPr>
          <p:spPr>
            <a:xfrm>
              <a:off x="4008120" y="556916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34" name="Conector reto 33">
              <a:extLst>
                <a:ext uri="{FF2B5EF4-FFF2-40B4-BE49-F238E27FC236}">
                  <a16:creationId xmlns:a16="http://schemas.microsoft.com/office/drawing/2014/main" id="{6A65724C-CDA2-BE5E-9CAA-267B02355A2C}"/>
                </a:ext>
              </a:extLst>
            </p:cNvPr>
            <p:cNvCxnSpPr/>
            <p:nvPr/>
          </p:nvCxnSpPr>
          <p:spPr>
            <a:xfrm>
              <a:off x="3103880" y="556916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35" name="Conector reto 34">
              <a:extLst>
                <a:ext uri="{FF2B5EF4-FFF2-40B4-BE49-F238E27FC236}">
                  <a16:creationId xmlns:a16="http://schemas.microsoft.com/office/drawing/2014/main" id="{D167255E-E386-CECA-97E0-7F27DE17A2F2}"/>
                </a:ext>
              </a:extLst>
            </p:cNvPr>
            <p:cNvCxnSpPr/>
            <p:nvPr/>
          </p:nvCxnSpPr>
          <p:spPr>
            <a:xfrm>
              <a:off x="2204720" y="556916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36" name="Conector reto 35">
              <a:extLst>
                <a:ext uri="{FF2B5EF4-FFF2-40B4-BE49-F238E27FC236}">
                  <a16:creationId xmlns:a16="http://schemas.microsoft.com/office/drawing/2014/main" id="{CA7D7E87-0F74-7CFA-C6C7-625417AE6DD1}"/>
                </a:ext>
              </a:extLst>
            </p:cNvPr>
            <p:cNvCxnSpPr/>
            <p:nvPr/>
          </p:nvCxnSpPr>
          <p:spPr>
            <a:xfrm>
              <a:off x="1310640" y="5569169"/>
              <a:ext cx="0" cy="206791"/>
            </a:xfrm>
            <a:prstGeom prst="line">
              <a:avLst/>
            </a:prstGeom>
            <a:ln>
              <a:solidFill>
                <a:srgbClr val="FFC000"/>
              </a:solidFill>
            </a:ln>
            <a:effectLst/>
          </p:spPr>
          <p:style>
            <a:lnRef idx="2">
              <a:schemeClr val="accent1"/>
            </a:lnRef>
            <a:fillRef idx="0">
              <a:schemeClr val="accent1"/>
            </a:fillRef>
            <a:effectRef idx="1">
              <a:schemeClr val="accent1"/>
            </a:effectRef>
            <a:fontRef idx="minor">
              <a:schemeClr val="tx1"/>
            </a:fontRef>
          </p:style>
        </p:cxnSp>
      </p:grpSp>
      <p:grpSp>
        <p:nvGrpSpPr>
          <p:cNvPr id="13324" name="Agrupar 13323">
            <a:extLst>
              <a:ext uri="{FF2B5EF4-FFF2-40B4-BE49-F238E27FC236}">
                <a16:creationId xmlns:a16="http://schemas.microsoft.com/office/drawing/2014/main" id="{DA0A9A51-AEAF-C7EA-1A50-53EF22E483B5}"/>
              </a:ext>
            </a:extLst>
          </p:cNvPr>
          <p:cNvGrpSpPr/>
          <p:nvPr/>
        </p:nvGrpSpPr>
        <p:grpSpPr>
          <a:xfrm>
            <a:off x="1028700" y="2811780"/>
            <a:ext cx="4366260" cy="3045460"/>
            <a:chOff x="1028700" y="2811780"/>
            <a:chExt cx="4366260" cy="3045460"/>
          </a:xfrm>
        </p:grpSpPr>
        <p:cxnSp>
          <p:nvCxnSpPr>
            <p:cNvPr id="39" name="Conector reto 38">
              <a:extLst>
                <a:ext uri="{FF2B5EF4-FFF2-40B4-BE49-F238E27FC236}">
                  <a16:creationId xmlns:a16="http://schemas.microsoft.com/office/drawing/2014/main" id="{A6D2551F-145D-4DAE-9603-21E9F50386B6}"/>
                </a:ext>
              </a:extLst>
            </p:cNvPr>
            <p:cNvCxnSpPr/>
            <p:nvPr/>
          </p:nvCxnSpPr>
          <p:spPr>
            <a:xfrm flipH="1">
              <a:off x="4122420" y="2811780"/>
              <a:ext cx="12725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40" name="Conector reto 39">
              <a:extLst>
                <a:ext uri="{FF2B5EF4-FFF2-40B4-BE49-F238E27FC236}">
                  <a16:creationId xmlns:a16="http://schemas.microsoft.com/office/drawing/2014/main" id="{852F8439-982A-0985-EFD5-C37F2A9BF0B5}"/>
                </a:ext>
              </a:extLst>
            </p:cNvPr>
            <p:cNvCxnSpPr>
              <a:cxnSpLocks/>
            </p:cNvCxnSpPr>
            <p:nvPr/>
          </p:nvCxnSpPr>
          <p:spPr>
            <a:xfrm flipH="1">
              <a:off x="1028700" y="3139440"/>
              <a:ext cx="31013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43" name="Conector reto 42">
              <a:extLst>
                <a:ext uri="{FF2B5EF4-FFF2-40B4-BE49-F238E27FC236}">
                  <a16:creationId xmlns:a16="http://schemas.microsoft.com/office/drawing/2014/main" id="{976D6439-BBB3-E4F9-B0BB-51B1494727A9}"/>
                </a:ext>
              </a:extLst>
            </p:cNvPr>
            <p:cNvCxnSpPr/>
            <p:nvPr/>
          </p:nvCxnSpPr>
          <p:spPr>
            <a:xfrm>
              <a:off x="4122420" y="2811780"/>
              <a:ext cx="0" cy="32766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45" name="Conector reto 44">
              <a:extLst>
                <a:ext uri="{FF2B5EF4-FFF2-40B4-BE49-F238E27FC236}">
                  <a16:creationId xmlns:a16="http://schemas.microsoft.com/office/drawing/2014/main" id="{E28DD11D-6F18-C2B5-FFC3-F69D7441CFCA}"/>
                </a:ext>
              </a:extLst>
            </p:cNvPr>
            <p:cNvCxnSpPr/>
            <p:nvPr/>
          </p:nvCxnSpPr>
          <p:spPr>
            <a:xfrm>
              <a:off x="3728720" y="3139440"/>
              <a:ext cx="0" cy="270764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50" name="Conector reto 49">
              <a:extLst>
                <a:ext uri="{FF2B5EF4-FFF2-40B4-BE49-F238E27FC236}">
                  <a16:creationId xmlns:a16="http://schemas.microsoft.com/office/drawing/2014/main" id="{2934EA75-0F48-BCC0-BCBA-48C11DE12BE1}"/>
                </a:ext>
              </a:extLst>
            </p:cNvPr>
            <p:cNvCxnSpPr/>
            <p:nvPr/>
          </p:nvCxnSpPr>
          <p:spPr>
            <a:xfrm>
              <a:off x="3728720" y="365760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51" name="Conector reto 50">
              <a:extLst>
                <a:ext uri="{FF2B5EF4-FFF2-40B4-BE49-F238E27FC236}">
                  <a16:creationId xmlns:a16="http://schemas.microsoft.com/office/drawing/2014/main" id="{52A0DABC-1253-F948-5FE2-D4E8B348333C}"/>
                </a:ext>
              </a:extLst>
            </p:cNvPr>
            <p:cNvCxnSpPr/>
            <p:nvPr/>
          </p:nvCxnSpPr>
          <p:spPr>
            <a:xfrm>
              <a:off x="3735486" y="4388656"/>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52" name="Conector reto 51">
              <a:extLst>
                <a:ext uri="{FF2B5EF4-FFF2-40B4-BE49-F238E27FC236}">
                  <a16:creationId xmlns:a16="http://schemas.microsoft.com/office/drawing/2014/main" id="{C0D4DC54-18D6-F8EA-65A0-B3B976F6411F}"/>
                </a:ext>
              </a:extLst>
            </p:cNvPr>
            <p:cNvCxnSpPr/>
            <p:nvPr/>
          </p:nvCxnSpPr>
          <p:spPr>
            <a:xfrm>
              <a:off x="3738880" y="511048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53" name="Conector reto 52">
              <a:extLst>
                <a:ext uri="{FF2B5EF4-FFF2-40B4-BE49-F238E27FC236}">
                  <a16:creationId xmlns:a16="http://schemas.microsoft.com/office/drawing/2014/main" id="{36203D7F-722B-B12F-8B9F-4771C3E36BC9}"/>
                </a:ext>
              </a:extLst>
            </p:cNvPr>
            <p:cNvCxnSpPr/>
            <p:nvPr/>
          </p:nvCxnSpPr>
          <p:spPr>
            <a:xfrm>
              <a:off x="3740566" y="585216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59" name="Conector reto 58">
              <a:extLst>
                <a:ext uri="{FF2B5EF4-FFF2-40B4-BE49-F238E27FC236}">
                  <a16:creationId xmlns:a16="http://schemas.microsoft.com/office/drawing/2014/main" id="{A0687676-BD4C-CAE4-A421-CBD2A6B47C97}"/>
                </a:ext>
              </a:extLst>
            </p:cNvPr>
            <p:cNvCxnSpPr/>
            <p:nvPr/>
          </p:nvCxnSpPr>
          <p:spPr>
            <a:xfrm>
              <a:off x="2826512" y="3144520"/>
              <a:ext cx="0" cy="270764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60" name="Conector reto 59">
              <a:extLst>
                <a:ext uri="{FF2B5EF4-FFF2-40B4-BE49-F238E27FC236}">
                  <a16:creationId xmlns:a16="http://schemas.microsoft.com/office/drawing/2014/main" id="{A7460CEE-A988-D7E5-2D23-10D18E38767E}"/>
                </a:ext>
              </a:extLst>
            </p:cNvPr>
            <p:cNvCxnSpPr/>
            <p:nvPr/>
          </p:nvCxnSpPr>
          <p:spPr>
            <a:xfrm>
              <a:off x="2826512" y="366268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61" name="Conector reto 60">
              <a:extLst>
                <a:ext uri="{FF2B5EF4-FFF2-40B4-BE49-F238E27FC236}">
                  <a16:creationId xmlns:a16="http://schemas.microsoft.com/office/drawing/2014/main" id="{177AA112-C7E8-5FB2-F223-EB1439FA8F20}"/>
                </a:ext>
              </a:extLst>
            </p:cNvPr>
            <p:cNvCxnSpPr/>
            <p:nvPr/>
          </p:nvCxnSpPr>
          <p:spPr>
            <a:xfrm>
              <a:off x="2833278" y="4393736"/>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62" name="Conector reto 61">
              <a:extLst>
                <a:ext uri="{FF2B5EF4-FFF2-40B4-BE49-F238E27FC236}">
                  <a16:creationId xmlns:a16="http://schemas.microsoft.com/office/drawing/2014/main" id="{F0E0636F-1343-FDED-50D9-7270524A05B0}"/>
                </a:ext>
              </a:extLst>
            </p:cNvPr>
            <p:cNvCxnSpPr/>
            <p:nvPr/>
          </p:nvCxnSpPr>
          <p:spPr>
            <a:xfrm>
              <a:off x="2836672" y="511556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63" name="Conector reto 62">
              <a:extLst>
                <a:ext uri="{FF2B5EF4-FFF2-40B4-BE49-F238E27FC236}">
                  <a16:creationId xmlns:a16="http://schemas.microsoft.com/office/drawing/2014/main" id="{57D85813-066F-0F3B-D945-00C4640F2889}"/>
                </a:ext>
              </a:extLst>
            </p:cNvPr>
            <p:cNvCxnSpPr/>
            <p:nvPr/>
          </p:nvCxnSpPr>
          <p:spPr>
            <a:xfrm>
              <a:off x="2838358" y="585724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12" name="Conector reto 13311">
              <a:extLst>
                <a:ext uri="{FF2B5EF4-FFF2-40B4-BE49-F238E27FC236}">
                  <a16:creationId xmlns:a16="http://schemas.microsoft.com/office/drawing/2014/main" id="{DF44E144-814E-9EC6-8229-167F5A73E44B}"/>
                </a:ext>
              </a:extLst>
            </p:cNvPr>
            <p:cNvCxnSpPr/>
            <p:nvPr/>
          </p:nvCxnSpPr>
          <p:spPr>
            <a:xfrm>
              <a:off x="1918208" y="3144520"/>
              <a:ext cx="0" cy="270764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13" name="Conector reto 13312">
              <a:extLst>
                <a:ext uri="{FF2B5EF4-FFF2-40B4-BE49-F238E27FC236}">
                  <a16:creationId xmlns:a16="http://schemas.microsoft.com/office/drawing/2014/main" id="{E24146A1-A3F9-A8D3-E4E1-4647B2231AF5}"/>
                </a:ext>
              </a:extLst>
            </p:cNvPr>
            <p:cNvCxnSpPr/>
            <p:nvPr/>
          </p:nvCxnSpPr>
          <p:spPr>
            <a:xfrm>
              <a:off x="1918208" y="366268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16" name="Conector reto 13315">
              <a:extLst>
                <a:ext uri="{FF2B5EF4-FFF2-40B4-BE49-F238E27FC236}">
                  <a16:creationId xmlns:a16="http://schemas.microsoft.com/office/drawing/2014/main" id="{48CD816D-E241-7905-2D18-7BDC70612523}"/>
                </a:ext>
              </a:extLst>
            </p:cNvPr>
            <p:cNvCxnSpPr/>
            <p:nvPr/>
          </p:nvCxnSpPr>
          <p:spPr>
            <a:xfrm>
              <a:off x="1924974" y="4393736"/>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17" name="Conector reto 13316">
              <a:extLst>
                <a:ext uri="{FF2B5EF4-FFF2-40B4-BE49-F238E27FC236}">
                  <a16:creationId xmlns:a16="http://schemas.microsoft.com/office/drawing/2014/main" id="{0A2B611C-2164-2918-6C5A-22251A742D12}"/>
                </a:ext>
              </a:extLst>
            </p:cNvPr>
            <p:cNvCxnSpPr/>
            <p:nvPr/>
          </p:nvCxnSpPr>
          <p:spPr>
            <a:xfrm>
              <a:off x="1928368" y="511556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18" name="Conector reto 13317">
              <a:extLst>
                <a:ext uri="{FF2B5EF4-FFF2-40B4-BE49-F238E27FC236}">
                  <a16:creationId xmlns:a16="http://schemas.microsoft.com/office/drawing/2014/main" id="{A8700B89-0628-BD22-A24E-96314165CDB8}"/>
                </a:ext>
              </a:extLst>
            </p:cNvPr>
            <p:cNvCxnSpPr/>
            <p:nvPr/>
          </p:nvCxnSpPr>
          <p:spPr>
            <a:xfrm>
              <a:off x="1930054" y="585724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19" name="Conector reto 13318">
              <a:extLst>
                <a:ext uri="{FF2B5EF4-FFF2-40B4-BE49-F238E27FC236}">
                  <a16:creationId xmlns:a16="http://schemas.microsoft.com/office/drawing/2014/main" id="{890E9123-BA99-FC6F-DBBF-CF86F07916AB}"/>
                </a:ext>
              </a:extLst>
            </p:cNvPr>
            <p:cNvCxnSpPr/>
            <p:nvPr/>
          </p:nvCxnSpPr>
          <p:spPr>
            <a:xfrm>
              <a:off x="1028700" y="3139440"/>
              <a:ext cx="0" cy="270764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20" name="Conector reto 13319">
              <a:extLst>
                <a:ext uri="{FF2B5EF4-FFF2-40B4-BE49-F238E27FC236}">
                  <a16:creationId xmlns:a16="http://schemas.microsoft.com/office/drawing/2014/main" id="{ED6E53B6-7C64-E552-4BDE-698801ECC222}"/>
                </a:ext>
              </a:extLst>
            </p:cNvPr>
            <p:cNvCxnSpPr/>
            <p:nvPr/>
          </p:nvCxnSpPr>
          <p:spPr>
            <a:xfrm>
              <a:off x="1028700" y="365760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21" name="Conector reto 13320">
              <a:extLst>
                <a:ext uri="{FF2B5EF4-FFF2-40B4-BE49-F238E27FC236}">
                  <a16:creationId xmlns:a16="http://schemas.microsoft.com/office/drawing/2014/main" id="{8EFC8E16-318F-C238-4578-EF443142F475}"/>
                </a:ext>
              </a:extLst>
            </p:cNvPr>
            <p:cNvCxnSpPr/>
            <p:nvPr/>
          </p:nvCxnSpPr>
          <p:spPr>
            <a:xfrm>
              <a:off x="1035466" y="4388656"/>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22" name="Conector reto 13321">
              <a:extLst>
                <a:ext uri="{FF2B5EF4-FFF2-40B4-BE49-F238E27FC236}">
                  <a16:creationId xmlns:a16="http://schemas.microsoft.com/office/drawing/2014/main" id="{BD109004-CD4C-905F-93FA-EDF72BF3B1CE}"/>
                </a:ext>
              </a:extLst>
            </p:cNvPr>
            <p:cNvCxnSpPr/>
            <p:nvPr/>
          </p:nvCxnSpPr>
          <p:spPr>
            <a:xfrm>
              <a:off x="1038860" y="511048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13323" name="Conector reto 13322">
              <a:extLst>
                <a:ext uri="{FF2B5EF4-FFF2-40B4-BE49-F238E27FC236}">
                  <a16:creationId xmlns:a16="http://schemas.microsoft.com/office/drawing/2014/main" id="{16FCF64F-0D1D-3F52-5A88-0B81504E0E46}"/>
                </a:ext>
              </a:extLst>
            </p:cNvPr>
            <p:cNvCxnSpPr/>
            <p:nvPr/>
          </p:nvCxnSpPr>
          <p:spPr>
            <a:xfrm>
              <a:off x="1040546" y="5852160"/>
              <a:ext cx="142240" cy="0"/>
            </a:xfrm>
            <a:prstGeom prst="line">
              <a:avLst/>
            </a:prstGeom>
            <a:ln>
              <a:solidFill>
                <a:srgbClr val="00B05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1637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par>
                          <p:cTn id="18" fill="hold">
                            <p:stCondLst>
                              <p:cond delay="500"/>
                            </p:stCondLst>
                            <p:childTnLst>
                              <p:par>
                                <p:cTn id="19" presetID="10" presetClass="entr" presetSubtype="0" fill="hold" nodeType="afterEffect">
                                  <p:stCondLst>
                                    <p:cond delay="500"/>
                                  </p:stCondLst>
                                  <p:childTnLst>
                                    <p:set>
                                      <p:cBhvr>
                                        <p:cTn id="20" dur="1" fill="hold">
                                          <p:stCondLst>
                                            <p:cond delay="0"/>
                                          </p:stCondLst>
                                        </p:cTn>
                                        <p:tgtEl>
                                          <p:spTgt spid="13324"/>
                                        </p:tgtEl>
                                        <p:attrNameLst>
                                          <p:attrName>style.visibility</p:attrName>
                                        </p:attrNameLst>
                                      </p:cBhvr>
                                      <p:to>
                                        <p:strVal val="visible"/>
                                      </p:to>
                                    </p:set>
                                    <p:animEffect transition="in" filter="fade">
                                      <p:cBhvr>
                                        <p:cTn id="21" dur="500"/>
                                        <p:tgtEl>
                                          <p:spTgt spid="13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4" descr="SR - 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844675"/>
            <a:ext cx="7632700"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16453" name="Group 5"/>
          <p:cNvGraphicFramePr>
            <a:graphicFrameLocks noGrp="1"/>
          </p:cNvGraphicFramePr>
          <p:nvPr>
            <p:extLst>
              <p:ext uri="{D42A27DB-BD31-4B8C-83A1-F6EECF244321}">
                <p14:modId xmlns:p14="http://schemas.microsoft.com/office/powerpoint/2010/main" val="4198243583"/>
              </p:ext>
            </p:extLst>
          </p:nvPr>
        </p:nvGraphicFramePr>
        <p:xfrm>
          <a:off x="323850" y="5000625"/>
          <a:ext cx="1368425" cy="877887"/>
        </p:xfrm>
        <a:graphic>
          <a:graphicData uri="http://schemas.openxmlformats.org/drawingml/2006/table">
            <a:tbl>
              <a:tblPr/>
              <a:tblGrid>
                <a:gridCol w="576263">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tblGrid>
              <a:tr h="292629">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90000"/>
                        </a:lnSpc>
                        <a:spcBef>
                          <a:spcPct val="30000"/>
                        </a:spcBef>
                        <a:spcAft>
                          <a:spcPct val="0"/>
                        </a:spcAft>
                        <a:buClr>
                          <a:schemeClr val="bg2"/>
                        </a:buClr>
                        <a:buSzTx/>
                        <a:buFont typeface="Wingdings" panose="05000000000000000000" pitchFamily="2" charset="2"/>
                        <a:buNone/>
                        <a:tabLst/>
                      </a:pPr>
                      <a:r>
                        <a:rPr kumimoji="0" lang="pt-BR" sz="1800" b="1" i="0" u="none" strike="noStrike" cap="none" normalizeH="0" baseline="0" dirty="0">
                          <a:ln>
                            <a:noFill/>
                          </a:ln>
                          <a:solidFill>
                            <a:srgbClr val="000000"/>
                          </a:solidFill>
                          <a:effectLst/>
                          <a:latin typeface="Square721 BT" pitchFamily="34" charset="0"/>
                        </a:rPr>
                        <a:t>D</a:t>
                      </a:r>
                    </a:p>
                  </a:txBody>
                  <a:tcPr marT="45723"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90000"/>
                        </a:lnSpc>
                        <a:spcBef>
                          <a:spcPct val="30000"/>
                        </a:spcBef>
                        <a:spcAft>
                          <a:spcPct val="0"/>
                        </a:spcAft>
                        <a:buClr>
                          <a:schemeClr val="bg2"/>
                        </a:buClr>
                        <a:buSzTx/>
                        <a:buFont typeface="Wingdings" panose="05000000000000000000" pitchFamily="2" charset="2"/>
                        <a:buNone/>
                        <a:tabLst/>
                      </a:pPr>
                      <a:r>
                        <a:rPr kumimoji="0" lang="pt-BR" sz="1800" b="1" i="0" u="none" strike="noStrike" cap="none" normalizeH="0" baseline="0">
                          <a:ln>
                            <a:noFill/>
                          </a:ln>
                          <a:solidFill>
                            <a:srgbClr val="000000"/>
                          </a:solidFill>
                          <a:effectLst/>
                          <a:latin typeface="Square721 BT" pitchFamily="34" charset="0"/>
                        </a:rPr>
                        <a:t>Qf</a:t>
                      </a:r>
                    </a:p>
                  </a:txBody>
                  <a:tcPr marT="45723"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2629">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90000"/>
                        </a:lnSpc>
                        <a:spcBef>
                          <a:spcPct val="30000"/>
                        </a:spcBef>
                        <a:spcAft>
                          <a:spcPct val="0"/>
                        </a:spcAft>
                        <a:buClr>
                          <a:schemeClr val="bg2"/>
                        </a:buClr>
                        <a:buSzTx/>
                        <a:buFont typeface="Wingdings" panose="05000000000000000000" pitchFamily="2" charset="2"/>
                        <a:buNone/>
                        <a:tabLst/>
                      </a:pPr>
                      <a:r>
                        <a:rPr kumimoji="0" lang="pt-BR" sz="1800" b="0" i="0" u="none" strike="noStrike" cap="none" normalizeH="0" baseline="0" dirty="0">
                          <a:ln>
                            <a:noFill/>
                          </a:ln>
                          <a:solidFill>
                            <a:srgbClr val="000000"/>
                          </a:solidFill>
                          <a:effectLst/>
                          <a:latin typeface="Square721 BT" pitchFamily="34" charset="0"/>
                        </a:rPr>
                        <a:t>0</a:t>
                      </a:r>
                    </a:p>
                  </a:txBody>
                  <a:tcPr marT="45723"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90000"/>
                        </a:lnSpc>
                        <a:spcBef>
                          <a:spcPct val="30000"/>
                        </a:spcBef>
                        <a:spcAft>
                          <a:spcPct val="0"/>
                        </a:spcAft>
                        <a:buClr>
                          <a:schemeClr val="bg2"/>
                        </a:buClr>
                        <a:buSzTx/>
                        <a:buFont typeface="Wingdings" panose="05000000000000000000" pitchFamily="2" charset="2"/>
                        <a:buNone/>
                        <a:tabLst/>
                      </a:pPr>
                      <a:r>
                        <a:rPr kumimoji="0" lang="pt-BR" sz="1800" b="0" i="0" u="none" strike="noStrike" cap="none" normalizeH="0" baseline="0">
                          <a:ln>
                            <a:noFill/>
                          </a:ln>
                          <a:solidFill>
                            <a:srgbClr val="000000"/>
                          </a:solidFill>
                          <a:effectLst/>
                          <a:latin typeface="Square721 BT" pitchFamily="34" charset="0"/>
                        </a:rPr>
                        <a:t>0</a:t>
                      </a:r>
                    </a:p>
                  </a:txBody>
                  <a:tcPr marT="45723"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2629">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90000"/>
                        </a:lnSpc>
                        <a:spcBef>
                          <a:spcPct val="30000"/>
                        </a:spcBef>
                        <a:spcAft>
                          <a:spcPct val="0"/>
                        </a:spcAft>
                        <a:buClr>
                          <a:schemeClr val="bg2"/>
                        </a:buClr>
                        <a:buSzTx/>
                        <a:buFont typeface="Wingdings" panose="05000000000000000000" pitchFamily="2" charset="2"/>
                        <a:buNone/>
                        <a:tabLst/>
                      </a:pPr>
                      <a:r>
                        <a:rPr kumimoji="0" lang="pt-BR" sz="1800" b="0" i="0" u="none" strike="noStrike" cap="none" normalizeH="0" baseline="0">
                          <a:ln>
                            <a:noFill/>
                          </a:ln>
                          <a:solidFill>
                            <a:srgbClr val="000000"/>
                          </a:solidFill>
                          <a:effectLst/>
                          <a:latin typeface="Square721 BT" pitchFamily="34" charset="0"/>
                        </a:rPr>
                        <a:t>1</a:t>
                      </a:r>
                    </a:p>
                  </a:txBody>
                  <a:tcPr marT="45723"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90000"/>
                        </a:lnSpc>
                        <a:spcBef>
                          <a:spcPct val="30000"/>
                        </a:spcBef>
                        <a:spcAft>
                          <a:spcPct val="0"/>
                        </a:spcAft>
                        <a:buClr>
                          <a:schemeClr val="bg2"/>
                        </a:buClr>
                        <a:buSzTx/>
                        <a:buFont typeface="Wingdings" panose="05000000000000000000" pitchFamily="2" charset="2"/>
                        <a:buNone/>
                        <a:tabLst/>
                      </a:pPr>
                      <a:r>
                        <a:rPr kumimoji="0" lang="pt-BR" sz="1800" b="0" i="0" u="none" strike="noStrike" cap="none" normalizeH="0" baseline="0" dirty="0">
                          <a:ln>
                            <a:noFill/>
                          </a:ln>
                          <a:solidFill>
                            <a:srgbClr val="000000"/>
                          </a:solidFill>
                          <a:effectLst/>
                          <a:latin typeface="Square721 BT" pitchFamily="34" charset="0"/>
                        </a:rPr>
                        <a:t>1</a:t>
                      </a:r>
                    </a:p>
                  </a:txBody>
                  <a:tcPr marT="45723"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15377" name="Picture 19" descr="SR - 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4797425"/>
            <a:ext cx="3889375"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78" name="Rectangle 20"/>
          <p:cNvSpPr>
            <a:spLocks noChangeArrowheads="1"/>
          </p:cNvSpPr>
          <p:nvPr/>
        </p:nvSpPr>
        <p:spPr bwMode="auto">
          <a:xfrm>
            <a:off x="-90488" y="763270"/>
            <a:ext cx="9336087" cy="477054"/>
          </a:xfrm>
          <a:prstGeom prst="rect">
            <a:avLst/>
          </a:prstGeom>
          <a:noFill/>
          <a:ln>
            <a:noFill/>
          </a:ln>
          <a:effec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500" dirty="0">
                <a:solidFill>
                  <a:schemeClr val="tx1"/>
                </a:solidFill>
              </a:rPr>
              <a:t>	</a:t>
            </a:r>
            <a:r>
              <a:rPr lang="pt-BR" altLang="pt-BR" sz="2200" b="1" dirty="0">
                <a:solidFill>
                  <a:schemeClr val="tx1"/>
                </a:solidFill>
              </a:rPr>
              <a:t>Registradores de Deslocamento (Conversor Serial Paralelo):</a:t>
            </a:r>
          </a:p>
        </p:txBody>
      </p:sp>
    </p:spTree>
    <p:extLst>
      <p:ext uri="{BB962C8B-B14F-4D97-AF65-F5344CB8AC3E}">
        <p14:creationId xmlns:p14="http://schemas.microsoft.com/office/powerpoint/2010/main" val="2315357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descr="4-Bit_Shift_Register_%28SISO%29"/>
          <p:cNvPicPr>
            <a:picLocks noGrp="1" noChangeAspect="1" noChangeArrowheads="1" noCrop="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71438" y="3573463"/>
            <a:ext cx="8893175" cy="180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6"/>
          <p:cNvSpPr>
            <a:spLocks noChangeArrowheads="1"/>
          </p:cNvSpPr>
          <p:nvPr/>
        </p:nvSpPr>
        <p:spPr bwMode="auto">
          <a:xfrm>
            <a:off x="34925" y="777875"/>
            <a:ext cx="9036050" cy="861774"/>
          </a:xfrm>
          <a:prstGeom prst="rect">
            <a:avLst/>
          </a:prstGeom>
          <a:noFill/>
          <a:ln>
            <a:noFill/>
          </a:ln>
          <a:effec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eaLnBrk="1" hangingPunct="1"/>
            <a:r>
              <a:rPr lang="pt-BR" altLang="pt-BR" sz="2500" dirty="0">
                <a:solidFill>
                  <a:schemeClr val="tx1"/>
                </a:solidFill>
              </a:rPr>
              <a:t>	Registradores de Deslocamento (Conversor Serial Paralelo)</a:t>
            </a:r>
            <a:r>
              <a:rPr lang="pt-BR" altLang="pt-BR" sz="2500" b="1" dirty="0">
                <a:solidFill>
                  <a:schemeClr val="tx1"/>
                </a:solidFill>
              </a:rPr>
              <a:t>:</a:t>
            </a:r>
          </a:p>
        </p:txBody>
      </p:sp>
    </p:spTree>
    <p:extLst>
      <p:ext uri="{BB962C8B-B14F-4D97-AF65-F5344CB8AC3E}">
        <p14:creationId xmlns:p14="http://schemas.microsoft.com/office/powerpoint/2010/main" val="2095032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32" descr="Conversor Paralelo serial"/>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0" y="2252663"/>
            <a:ext cx="7667625" cy="38401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1" name="Rectangle 4"/>
          <p:cNvSpPr>
            <a:spLocks noChangeArrowheads="1"/>
          </p:cNvSpPr>
          <p:nvPr/>
        </p:nvSpPr>
        <p:spPr bwMode="auto">
          <a:xfrm>
            <a:off x="0" y="729456"/>
            <a:ext cx="8785225" cy="579438"/>
          </a:xfrm>
          <a:prstGeom prst="rect">
            <a:avLst/>
          </a:prstGeom>
          <a:noFill/>
          <a:ln>
            <a:noFill/>
          </a:ln>
          <a:effectLst/>
        </p:spPr>
        <p:txBody>
          <a:bodyPr>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r>
              <a:rPr lang="pt-BR" altLang="pt-BR" sz="3200" dirty="0">
                <a:solidFill>
                  <a:schemeClr val="tx1"/>
                </a:solidFill>
              </a:rPr>
              <a:t>	</a:t>
            </a:r>
            <a:r>
              <a:rPr lang="pt-BR" altLang="pt-BR" sz="3200" b="1" dirty="0">
                <a:solidFill>
                  <a:schemeClr val="tx1"/>
                </a:solidFill>
              </a:rPr>
              <a:t>Conversores Paralelo-Serial:</a:t>
            </a:r>
            <a:endParaRPr lang="pt-BR" altLang="pt-BR" b="1" dirty="0">
              <a:solidFill>
                <a:schemeClr val="tx1"/>
              </a:solidFill>
            </a:endParaRPr>
          </a:p>
        </p:txBody>
      </p:sp>
      <p:graphicFrame>
        <p:nvGraphicFramePr>
          <p:cNvPr id="617478" name="Group 6"/>
          <p:cNvGraphicFramePr>
            <a:graphicFrameLocks noGrp="1"/>
          </p:cNvGraphicFramePr>
          <p:nvPr>
            <p:extLst>
              <p:ext uri="{D42A27DB-BD31-4B8C-83A1-F6EECF244321}">
                <p14:modId xmlns:p14="http://schemas.microsoft.com/office/powerpoint/2010/main" val="3803703743"/>
              </p:ext>
            </p:extLst>
          </p:nvPr>
        </p:nvGraphicFramePr>
        <p:xfrm>
          <a:off x="6792913" y="1019175"/>
          <a:ext cx="2243137" cy="1401764"/>
        </p:xfrm>
        <a:graphic>
          <a:graphicData uri="http://schemas.openxmlformats.org/drawingml/2006/table">
            <a:tbl>
              <a:tblPr/>
              <a:tblGrid>
                <a:gridCol w="576262">
                  <a:extLst>
                    <a:ext uri="{9D8B030D-6E8A-4147-A177-3AD203B41FA5}">
                      <a16:colId xmlns:a16="http://schemas.microsoft.com/office/drawing/2014/main" val="20000"/>
                    </a:ext>
                  </a:extLst>
                </a:gridCol>
                <a:gridCol w="442913">
                  <a:extLst>
                    <a:ext uri="{9D8B030D-6E8A-4147-A177-3AD203B41FA5}">
                      <a16:colId xmlns:a16="http://schemas.microsoft.com/office/drawing/2014/main" val="20001"/>
                    </a:ext>
                  </a:extLst>
                </a:gridCol>
                <a:gridCol w="1223962">
                  <a:extLst>
                    <a:ext uri="{9D8B030D-6E8A-4147-A177-3AD203B41FA5}">
                      <a16:colId xmlns:a16="http://schemas.microsoft.com/office/drawing/2014/main" val="20002"/>
                    </a:ext>
                  </a:extLst>
                </a:gridCol>
              </a:tblGrid>
              <a:tr h="280988">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dirty="0">
                          <a:ln>
                            <a:noFill/>
                          </a:ln>
                          <a:solidFill>
                            <a:schemeClr val="tx1"/>
                          </a:solidFill>
                          <a:effectLst/>
                          <a:latin typeface="Arial" panose="020B0604020202020204" pitchFamily="34" charset="0"/>
                        </a:rPr>
                        <a:t>CLR</a:t>
                      </a:r>
                      <a:endParaRPr kumimoji="0" lang="pt-BR" sz="1600" b="0" i="0" u="none" strike="noStrike" cap="none" normalizeH="0" baseline="0" dirty="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a:ln>
                            <a:noFill/>
                          </a:ln>
                          <a:solidFill>
                            <a:schemeClr val="tx1"/>
                          </a:solidFill>
                          <a:effectLst/>
                          <a:latin typeface="Arial" panose="020B0604020202020204" pitchFamily="34" charset="0"/>
                        </a:rPr>
                        <a:t>PR</a:t>
                      </a:r>
                      <a:endParaRPr kumimoji="0" lang="pt-BR" sz="1600" b="0" i="0" u="none" strike="noStrike" cap="none" normalizeH="0" baseline="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a:ln>
                            <a:noFill/>
                          </a:ln>
                          <a:solidFill>
                            <a:schemeClr val="tx1"/>
                          </a:solidFill>
                          <a:effectLst/>
                          <a:latin typeface="Arial" panose="020B0604020202020204" pitchFamily="34" charset="0"/>
                        </a:rPr>
                        <a:t>Q</a:t>
                      </a:r>
                      <a:r>
                        <a:rPr kumimoji="0" lang="pt-BR" sz="1200" b="1" i="1" u="none" strike="noStrike" cap="none" normalizeH="0" baseline="-25000">
                          <a:ln>
                            <a:noFill/>
                          </a:ln>
                          <a:solidFill>
                            <a:schemeClr val="tx1"/>
                          </a:solidFill>
                          <a:effectLst/>
                          <a:latin typeface="Arial" panose="020B0604020202020204" pitchFamily="34" charset="0"/>
                        </a:rPr>
                        <a:t>f</a:t>
                      </a:r>
                      <a:endParaRPr kumimoji="0" lang="pt-BR" sz="1600" b="0" i="0" u="none" strike="noStrike" cap="none" normalizeH="0" baseline="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9400">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dirty="0">
                          <a:ln>
                            <a:noFill/>
                          </a:ln>
                          <a:solidFill>
                            <a:schemeClr val="tx1"/>
                          </a:solidFill>
                          <a:effectLst/>
                          <a:latin typeface="Arial" panose="020B0604020202020204" pitchFamily="34" charset="0"/>
                        </a:rPr>
                        <a:t>0</a:t>
                      </a:r>
                      <a:endParaRPr kumimoji="0" lang="pt-BR" sz="1600" b="0" i="0" u="none" strike="noStrike" cap="none" normalizeH="0" baseline="0" dirty="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dirty="0">
                          <a:ln>
                            <a:noFill/>
                          </a:ln>
                          <a:solidFill>
                            <a:schemeClr val="tx1"/>
                          </a:solidFill>
                          <a:effectLst/>
                          <a:latin typeface="Arial" panose="020B0604020202020204" pitchFamily="34" charset="0"/>
                        </a:rPr>
                        <a:t>0</a:t>
                      </a:r>
                      <a:endParaRPr kumimoji="0" lang="pt-BR" sz="1600" b="0" i="0" u="none" strike="noStrike" cap="none" normalizeH="0" baseline="0" dirty="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a:ln>
                            <a:noFill/>
                          </a:ln>
                          <a:solidFill>
                            <a:schemeClr val="tx1"/>
                          </a:solidFill>
                          <a:effectLst/>
                          <a:latin typeface="Arial" panose="020B0604020202020204" pitchFamily="34" charset="0"/>
                        </a:rPr>
                        <a:t>Não permitido</a:t>
                      </a:r>
                      <a:endParaRPr kumimoji="0" lang="pt-BR" sz="1600" b="0" i="0" u="none" strike="noStrike" cap="none" normalizeH="0" baseline="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0988">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a:ln>
                            <a:noFill/>
                          </a:ln>
                          <a:solidFill>
                            <a:schemeClr val="tx1"/>
                          </a:solidFill>
                          <a:effectLst/>
                          <a:latin typeface="Arial" panose="020B0604020202020204" pitchFamily="34" charset="0"/>
                        </a:rPr>
                        <a:t>0</a:t>
                      </a:r>
                      <a:endParaRPr kumimoji="0" lang="pt-BR" sz="1600" b="0" i="0" u="none" strike="noStrike" cap="none" normalizeH="0" baseline="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dirty="0">
                          <a:ln>
                            <a:noFill/>
                          </a:ln>
                          <a:solidFill>
                            <a:schemeClr val="tx1"/>
                          </a:solidFill>
                          <a:effectLst/>
                          <a:latin typeface="Arial" panose="020B0604020202020204" pitchFamily="34" charset="0"/>
                        </a:rPr>
                        <a:t>1</a:t>
                      </a:r>
                      <a:endParaRPr kumimoji="0" lang="pt-BR" sz="1600" b="0" i="0" u="none" strike="noStrike" cap="none" normalizeH="0" baseline="0" dirty="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dirty="0">
                          <a:ln>
                            <a:noFill/>
                          </a:ln>
                          <a:solidFill>
                            <a:schemeClr val="tx1"/>
                          </a:solidFill>
                          <a:effectLst/>
                          <a:latin typeface="Arial" panose="020B0604020202020204" pitchFamily="34" charset="0"/>
                        </a:rPr>
                        <a:t>0</a:t>
                      </a:r>
                      <a:endParaRPr kumimoji="0" lang="pt-BR" sz="1600" b="0" i="0" u="none" strike="noStrike" cap="none" normalizeH="0" baseline="0" dirty="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9400">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a:ln>
                            <a:noFill/>
                          </a:ln>
                          <a:solidFill>
                            <a:schemeClr val="tx1"/>
                          </a:solidFill>
                          <a:effectLst/>
                          <a:latin typeface="Arial" panose="020B0604020202020204" pitchFamily="34" charset="0"/>
                        </a:rPr>
                        <a:t>1</a:t>
                      </a:r>
                      <a:endParaRPr kumimoji="0" lang="pt-BR" sz="1600" b="0" i="0" u="none" strike="noStrike" cap="none" normalizeH="0" baseline="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a:ln>
                            <a:noFill/>
                          </a:ln>
                          <a:solidFill>
                            <a:schemeClr val="tx1"/>
                          </a:solidFill>
                          <a:effectLst/>
                          <a:latin typeface="Arial" panose="020B0604020202020204" pitchFamily="34" charset="0"/>
                        </a:rPr>
                        <a:t>0</a:t>
                      </a:r>
                      <a:endParaRPr kumimoji="0" lang="pt-BR" sz="1600" b="0" i="0" u="none" strike="noStrike" cap="none" normalizeH="0" baseline="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dirty="0">
                          <a:ln>
                            <a:noFill/>
                          </a:ln>
                          <a:solidFill>
                            <a:schemeClr val="tx1"/>
                          </a:solidFill>
                          <a:effectLst/>
                          <a:latin typeface="Arial" panose="020B0604020202020204" pitchFamily="34" charset="0"/>
                        </a:rPr>
                        <a:t>1</a:t>
                      </a:r>
                      <a:endParaRPr kumimoji="0" lang="pt-BR" sz="1600" b="0" i="0" u="none" strike="noStrike" cap="none" normalizeH="0" baseline="0" dirty="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0988">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a:ln>
                            <a:noFill/>
                          </a:ln>
                          <a:solidFill>
                            <a:schemeClr val="tx1"/>
                          </a:solidFill>
                          <a:effectLst/>
                          <a:latin typeface="Arial" panose="020B0604020202020204" pitchFamily="34" charset="0"/>
                        </a:rPr>
                        <a:t>1</a:t>
                      </a:r>
                      <a:endParaRPr kumimoji="0" lang="pt-BR" sz="1600" b="0" i="0" u="none" strike="noStrike" cap="none" normalizeH="0" baseline="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a:ln>
                            <a:noFill/>
                          </a:ln>
                          <a:solidFill>
                            <a:schemeClr val="tx1"/>
                          </a:solidFill>
                          <a:effectLst/>
                          <a:latin typeface="Arial" panose="020B0604020202020204" pitchFamily="34" charset="0"/>
                        </a:rPr>
                        <a:t>1</a:t>
                      </a:r>
                      <a:endParaRPr kumimoji="0" lang="pt-BR" sz="1600" b="0" i="0" u="none" strike="noStrike" cap="none" normalizeH="0" baseline="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bg2"/>
                        </a:buClr>
                        <a:buFont typeface="Wingdings" panose="05000000000000000000" pitchFamily="2" charset="2"/>
                        <a:defRPr sz="2000" b="1" i="1">
                          <a:solidFill>
                            <a:srgbClr val="000000"/>
                          </a:solidFill>
                          <a:latin typeface="Square721 BT" pitchFamily="34" charset="0"/>
                        </a:defRPr>
                      </a:lvl1pPr>
                      <a:lvl2pPr>
                        <a:lnSpc>
                          <a:spcPct val="90000"/>
                        </a:lnSpc>
                        <a:spcBef>
                          <a:spcPct val="30000"/>
                        </a:spcBef>
                        <a:buClr>
                          <a:schemeClr val="bg2"/>
                        </a:buClr>
                        <a:defRPr sz="1600" b="1" i="1">
                          <a:solidFill>
                            <a:srgbClr val="000000"/>
                          </a:solidFill>
                          <a:latin typeface="Square721 BT" pitchFamily="34" charset="0"/>
                        </a:defRPr>
                      </a:lvl2pPr>
                      <a:lvl3pPr>
                        <a:lnSpc>
                          <a:spcPct val="90000"/>
                        </a:lnSpc>
                        <a:spcBef>
                          <a:spcPct val="30000"/>
                        </a:spcBef>
                        <a:buClr>
                          <a:schemeClr val="bg2"/>
                        </a:buClr>
                        <a:defRPr sz="1600" b="1" i="1">
                          <a:solidFill>
                            <a:srgbClr val="000000"/>
                          </a:solidFill>
                          <a:latin typeface="Square721 BT" pitchFamily="34" charset="0"/>
                        </a:defRPr>
                      </a:lvl3pPr>
                      <a:lvl4pPr>
                        <a:lnSpc>
                          <a:spcPct val="90000"/>
                        </a:lnSpc>
                        <a:spcBef>
                          <a:spcPct val="30000"/>
                        </a:spcBef>
                        <a:buSzPct val="100000"/>
                        <a:defRPr sz="1200" b="1" i="1">
                          <a:solidFill>
                            <a:srgbClr val="000000"/>
                          </a:solidFill>
                          <a:latin typeface="Square721 BT" pitchFamily="34" charset="0"/>
                        </a:defRPr>
                      </a:lvl4pPr>
                      <a:lvl5pPr>
                        <a:lnSpc>
                          <a:spcPct val="90000"/>
                        </a:lnSpc>
                        <a:spcBef>
                          <a:spcPct val="30000"/>
                        </a:spcBef>
                        <a:buSzPct val="100000"/>
                        <a:defRPr sz="1200" b="1" i="1">
                          <a:solidFill>
                            <a:srgbClr val="000000"/>
                          </a:solidFill>
                          <a:latin typeface="Square721 BT" pitchFamily="34" charset="0"/>
                        </a:defRPr>
                      </a:lvl5pPr>
                      <a:lvl6pPr eaLnBrk="0" fontAlgn="base" hangingPunct="0">
                        <a:lnSpc>
                          <a:spcPct val="90000"/>
                        </a:lnSpc>
                        <a:spcBef>
                          <a:spcPct val="30000"/>
                        </a:spcBef>
                        <a:spcAft>
                          <a:spcPct val="0"/>
                        </a:spcAft>
                        <a:buSzPct val="100000"/>
                        <a:defRPr sz="1200" b="1" i="1">
                          <a:solidFill>
                            <a:srgbClr val="000000"/>
                          </a:solidFill>
                          <a:latin typeface="Square721 BT" pitchFamily="34" charset="0"/>
                        </a:defRPr>
                      </a:lvl6pPr>
                      <a:lvl7pPr eaLnBrk="0" fontAlgn="base" hangingPunct="0">
                        <a:lnSpc>
                          <a:spcPct val="90000"/>
                        </a:lnSpc>
                        <a:spcBef>
                          <a:spcPct val="30000"/>
                        </a:spcBef>
                        <a:spcAft>
                          <a:spcPct val="0"/>
                        </a:spcAft>
                        <a:buSzPct val="100000"/>
                        <a:defRPr sz="1200" b="1" i="1">
                          <a:solidFill>
                            <a:srgbClr val="000000"/>
                          </a:solidFill>
                          <a:latin typeface="Square721 BT" pitchFamily="34" charset="0"/>
                        </a:defRPr>
                      </a:lvl7pPr>
                      <a:lvl8pPr eaLnBrk="0" fontAlgn="base" hangingPunct="0">
                        <a:lnSpc>
                          <a:spcPct val="90000"/>
                        </a:lnSpc>
                        <a:spcBef>
                          <a:spcPct val="30000"/>
                        </a:spcBef>
                        <a:spcAft>
                          <a:spcPct val="0"/>
                        </a:spcAft>
                        <a:buSzPct val="100000"/>
                        <a:defRPr sz="1200" b="1" i="1">
                          <a:solidFill>
                            <a:srgbClr val="000000"/>
                          </a:solidFill>
                          <a:latin typeface="Square721 BT" pitchFamily="34" charset="0"/>
                        </a:defRPr>
                      </a:lvl8pPr>
                      <a:lvl9pPr eaLnBrk="0" fontAlgn="base" hangingPunct="0">
                        <a:lnSpc>
                          <a:spcPct val="90000"/>
                        </a:lnSpc>
                        <a:spcBef>
                          <a:spcPct val="30000"/>
                        </a:spcBef>
                        <a:spcAft>
                          <a:spcPct val="0"/>
                        </a:spcAft>
                        <a:buSzPct val="100000"/>
                        <a:defRPr sz="1200" b="1" i="1">
                          <a:solidFill>
                            <a:srgbClr val="000000"/>
                          </a:solidFill>
                          <a:latin typeface="Square721 BT"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sz="1200" b="1" i="1" u="none" strike="noStrike" cap="none" normalizeH="0" baseline="0" dirty="0" err="1">
                          <a:ln>
                            <a:noFill/>
                          </a:ln>
                          <a:solidFill>
                            <a:schemeClr val="tx1"/>
                          </a:solidFill>
                          <a:effectLst/>
                          <a:latin typeface="Arial" panose="020B0604020202020204" pitchFamily="34" charset="0"/>
                        </a:rPr>
                        <a:t>Func</a:t>
                      </a:r>
                      <a:r>
                        <a:rPr kumimoji="0" lang="pt-BR" sz="1200" b="1" i="1" u="none" strike="noStrike" cap="none" normalizeH="0" baseline="0" dirty="0">
                          <a:ln>
                            <a:noFill/>
                          </a:ln>
                          <a:solidFill>
                            <a:schemeClr val="tx1"/>
                          </a:solidFill>
                          <a:effectLst/>
                          <a:latin typeface="Arial" panose="020B0604020202020204" pitchFamily="34" charset="0"/>
                        </a:rPr>
                        <a:t>. normal</a:t>
                      </a:r>
                      <a:endParaRPr kumimoji="0" lang="pt-BR" sz="1600" b="0" i="0" u="none" strike="noStrike" cap="none" normalizeH="0" baseline="0" dirty="0">
                        <a:ln>
                          <a:noFill/>
                        </a:ln>
                        <a:solidFill>
                          <a:schemeClr val="tx1"/>
                        </a:solidFill>
                        <a:effectLst/>
                        <a:latin typeface="Arial" panose="020B0604020202020204" pitchFamily="34" charset="0"/>
                      </a:endParaRPr>
                    </a:p>
                  </a:txBody>
                  <a:tcPr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21359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a:extLst>
              <a:ext uri="{FF2B5EF4-FFF2-40B4-BE49-F238E27FC236}">
                <a16:creationId xmlns:a16="http://schemas.microsoft.com/office/drawing/2014/main" id="{E02C650A-DCD1-7F88-AE47-19776461C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773238"/>
            <a:ext cx="5543550" cy="437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Título 1">
            <a:extLst>
              <a:ext uri="{FF2B5EF4-FFF2-40B4-BE49-F238E27FC236}">
                <a16:creationId xmlns:a16="http://schemas.microsoft.com/office/drawing/2014/main" id="{FB4717F2-4C39-C94D-5479-55BB4E40F942}"/>
              </a:ext>
            </a:extLst>
          </p:cNvPr>
          <p:cNvSpPr>
            <a:spLocks noGrp="1" noChangeArrowheads="1"/>
          </p:cNvSpPr>
          <p:nvPr>
            <p:ph type="title"/>
          </p:nvPr>
        </p:nvSpPr>
        <p:spPr bwMode="auto">
          <a:xfrm>
            <a:off x="902970" y="706437"/>
            <a:ext cx="78867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pt-BR" altLang="pt-BR" dirty="0">
                <a:latin typeface="Gotham HTF" charset="0"/>
                <a:ea typeface="MS PGothic" panose="020B0600070205080204" pitchFamily="34" charset="-128"/>
              </a:rPr>
              <a:t>Dúvidas?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a:extLst>
              <a:ext uri="{FF2B5EF4-FFF2-40B4-BE49-F238E27FC236}">
                <a16:creationId xmlns:a16="http://schemas.microsoft.com/office/drawing/2014/main" id="{3CC70BA4-0340-35A3-478D-F8682878606F}"/>
              </a:ext>
            </a:extLst>
          </p:cNvPr>
          <p:cNvSpPr>
            <a:spLocks noChangeArrowheads="1"/>
          </p:cNvSpPr>
          <p:nvPr/>
        </p:nvSpPr>
        <p:spPr bwMode="auto">
          <a:xfrm>
            <a:off x="34925" y="765175"/>
            <a:ext cx="8929688" cy="4493538"/>
          </a:xfrm>
          <a:prstGeom prst="rect">
            <a:avLst/>
          </a:prstGeom>
          <a:noFill/>
          <a:ln>
            <a:noFill/>
          </a:ln>
        </p:spPr>
        <p:txBody>
          <a:bodyPr bIns="0">
            <a:spAutoFit/>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pPr algn="ctr">
              <a:defRPr/>
            </a:pPr>
            <a:r>
              <a:rPr lang="pt-BR" altLang="pt-BR" b="1" dirty="0">
                <a:solidFill>
                  <a:srgbClr val="FF0000"/>
                </a:solidFill>
              </a:rPr>
              <a:t>QUESTÕES</a:t>
            </a:r>
          </a:p>
          <a:p>
            <a:pPr>
              <a:defRPr/>
            </a:pPr>
            <a:endParaRPr lang="pt-BR" altLang="pt-BR" b="1" dirty="0">
              <a:solidFill>
                <a:schemeClr val="tx1"/>
              </a:solidFill>
            </a:endParaRPr>
          </a:p>
          <a:p>
            <a:pPr>
              <a:defRPr/>
            </a:pPr>
            <a:endParaRPr lang="pt-BR" altLang="pt-BR" sz="900" b="1" dirty="0">
              <a:solidFill>
                <a:schemeClr val="tx1"/>
              </a:solidFill>
            </a:endParaRPr>
          </a:p>
          <a:p>
            <a:pPr marL="450850" indent="-277813">
              <a:defRPr/>
            </a:pPr>
            <a:r>
              <a:rPr lang="pt-BR" altLang="pt-BR" sz="1600" b="1" dirty="0">
                <a:solidFill>
                  <a:schemeClr val="tx1"/>
                </a:solidFill>
              </a:rPr>
              <a:t>1. O que são circuitos sequenciais?</a:t>
            </a:r>
          </a:p>
          <a:p>
            <a:pPr marL="450850" indent="-277813">
              <a:defRPr/>
            </a:pPr>
            <a:r>
              <a:rPr lang="pt-BR" altLang="pt-BR" sz="1600" b="1" dirty="0">
                <a:solidFill>
                  <a:schemeClr val="tx1"/>
                </a:solidFill>
              </a:rPr>
              <a:t> </a:t>
            </a:r>
          </a:p>
          <a:p>
            <a:pPr marL="450850" indent="-277813">
              <a:defRPr/>
            </a:pPr>
            <a:r>
              <a:rPr lang="pt-BR" altLang="pt-BR" sz="1600" b="1" dirty="0">
                <a:solidFill>
                  <a:schemeClr val="tx1"/>
                </a:solidFill>
              </a:rPr>
              <a:t>2. Explique a seleção matricial dos bits em uma memória?</a:t>
            </a:r>
          </a:p>
          <a:p>
            <a:pPr marL="450850" indent="-277813">
              <a:defRPr/>
            </a:pPr>
            <a:r>
              <a:rPr lang="pt-BR" altLang="pt-BR" sz="1600" b="1" dirty="0">
                <a:solidFill>
                  <a:schemeClr val="tx1"/>
                </a:solidFill>
              </a:rPr>
              <a:t> </a:t>
            </a:r>
          </a:p>
          <a:p>
            <a:pPr marL="450850" indent="-277813">
              <a:defRPr/>
            </a:pPr>
            <a:r>
              <a:rPr lang="pt-BR" altLang="pt-BR" sz="1600" b="1" dirty="0">
                <a:solidFill>
                  <a:schemeClr val="tx1"/>
                </a:solidFill>
              </a:rPr>
              <a:t>3. Explique como os bits de uma palavra de memória são gravadas nos planos de memória?</a:t>
            </a:r>
          </a:p>
          <a:p>
            <a:pPr marL="450850" indent="-277813">
              <a:defRPr/>
            </a:pPr>
            <a:r>
              <a:rPr lang="pt-BR" altLang="pt-BR" sz="1600" b="1" dirty="0">
                <a:solidFill>
                  <a:schemeClr val="tx1"/>
                </a:solidFill>
              </a:rPr>
              <a:t> </a:t>
            </a:r>
          </a:p>
          <a:p>
            <a:pPr marL="450850" indent="-277813">
              <a:defRPr/>
            </a:pPr>
            <a:r>
              <a:rPr lang="pt-BR" altLang="pt-BR" sz="1600" b="1" dirty="0">
                <a:solidFill>
                  <a:schemeClr val="tx1"/>
                </a:solidFill>
              </a:rPr>
              <a:t>4. Em quais dispositivos eletrônicos os bits são gravados em uma memória do tipo Registrador?</a:t>
            </a:r>
          </a:p>
          <a:p>
            <a:pPr marL="450850" indent="-277813">
              <a:defRPr/>
            </a:pPr>
            <a:endParaRPr lang="pt-BR" altLang="pt-BR" sz="1600" b="1" dirty="0">
              <a:solidFill>
                <a:schemeClr val="tx1"/>
              </a:solidFill>
            </a:endParaRPr>
          </a:p>
          <a:p>
            <a:pPr marL="450850" indent="-277813">
              <a:defRPr/>
            </a:pPr>
            <a:r>
              <a:rPr lang="pt-BR" altLang="pt-BR" sz="1600" b="1" dirty="0">
                <a:solidFill>
                  <a:schemeClr val="tx1"/>
                </a:solidFill>
              </a:rPr>
              <a:t>5. Desenhe e explique o </a:t>
            </a:r>
            <a:r>
              <a:rPr lang="pt-BR" altLang="pt-BR" sz="1600" b="1">
                <a:solidFill>
                  <a:schemeClr val="tx1"/>
                </a:solidFill>
              </a:rPr>
              <a:t>funcionamento dos </a:t>
            </a:r>
            <a:r>
              <a:rPr lang="pt-BR" altLang="pt-BR" sz="1600" b="1" dirty="0">
                <a:solidFill>
                  <a:schemeClr val="tx1"/>
                </a:solidFill>
              </a:rPr>
              <a:t>Registradores de Deslocamento (Conversor Serial Paralelo).</a:t>
            </a:r>
          </a:p>
          <a:p>
            <a:pPr marL="450850" indent="-277813">
              <a:defRPr/>
            </a:pPr>
            <a:r>
              <a:rPr lang="pt-BR" altLang="pt-BR" sz="1600" b="1" dirty="0">
                <a:solidFill>
                  <a:schemeClr val="tx1"/>
                </a:solidFill>
              </a:rPr>
              <a:t> </a:t>
            </a:r>
          </a:p>
          <a:p>
            <a:pPr marL="450850" indent="-277813">
              <a:defRPr/>
            </a:pPr>
            <a:r>
              <a:rPr lang="pt-BR" altLang="pt-BR" sz="1600" b="1" dirty="0">
                <a:solidFill>
                  <a:schemeClr val="tx1"/>
                </a:solidFill>
              </a:rPr>
              <a:t>7. Desenhe e explique o funcionamento dos Conversores Paralelo-Serial.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4D5306F-A7C7-2585-F2FE-1871420E42ED}"/>
              </a:ext>
            </a:extLst>
          </p:cNvPr>
          <p:cNvSpPr/>
          <p:nvPr/>
        </p:nvSpPr>
        <p:spPr>
          <a:xfrm>
            <a:off x="0" y="0"/>
            <a:ext cx="9144000" cy="7937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2707" name="CaixaDeTexto 3">
            <a:extLst>
              <a:ext uri="{FF2B5EF4-FFF2-40B4-BE49-F238E27FC236}">
                <a16:creationId xmlns:a16="http://schemas.microsoft.com/office/drawing/2014/main" id="{C30DD4AF-878C-8AEE-787E-8B7EE3911172}"/>
              </a:ext>
            </a:extLst>
          </p:cNvPr>
          <p:cNvSpPr txBox="1">
            <a:spLocks noChangeArrowheads="1"/>
          </p:cNvSpPr>
          <p:nvPr/>
        </p:nvSpPr>
        <p:spPr bwMode="auto">
          <a:xfrm>
            <a:off x="3998913" y="833438"/>
            <a:ext cx="53467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r>
              <a:rPr lang="pt-BR" altLang="pt-BR" sz="1200" dirty="0">
                <a:solidFill>
                  <a:schemeClr val="tx1"/>
                </a:solidFill>
              </a:rPr>
              <a:t>SOUZA, D.J. </a:t>
            </a:r>
            <a:r>
              <a:rPr lang="pt-BR" altLang="pt-BR" sz="1200" b="1" dirty="0">
                <a:solidFill>
                  <a:schemeClr val="tx1"/>
                </a:solidFill>
              </a:rPr>
              <a:t>Desbravando o PIC</a:t>
            </a:r>
            <a:r>
              <a:rPr lang="pt-BR" altLang="pt-BR" sz="1200" dirty="0">
                <a:solidFill>
                  <a:schemeClr val="tx1"/>
                </a:solidFill>
              </a:rPr>
              <a:t>. Editora Érica Saraiva</a:t>
            </a:r>
            <a:r>
              <a:rPr lang="pt-BR" altLang="pt-BR" sz="1200" b="1" dirty="0">
                <a:solidFill>
                  <a:schemeClr val="tx1"/>
                </a:solidFill>
              </a:rPr>
              <a:t>.</a:t>
            </a:r>
          </a:p>
        </p:txBody>
      </p:sp>
      <p:sp>
        <p:nvSpPr>
          <p:cNvPr id="72708" name="CaixaDeTexto 4">
            <a:extLst>
              <a:ext uri="{FF2B5EF4-FFF2-40B4-BE49-F238E27FC236}">
                <a16:creationId xmlns:a16="http://schemas.microsoft.com/office/drawing/2014/main" id="{166B574B-25CD-A340-93B2-8EE0F4E5B4DF}"/>
              </a:ext>
            </a:extLst>
          </p:cNvPr>
          <p:cNvSpPr txBox="1">
            <a:spLocks noChangeArrowheads="1"/>
          </p:cNvSpPr>
          <p:nvPr/>
        </p:nvSpPr>
        <p:spPr bwMode="auto">
          <a:xfrm>
            <a:off x="3998913" y="1193800"/>
            <a:ext cx="48974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r>
              <a:rPr lang="pt-BR" altLang="pt-BR" sz="1200" dirty="0">
                <a:solidFill>
                  <a:schemeClr val="tx1"/>
                </a:solidFill>
              </a:rPr>
              <a:t>SOUSA, D.R.; SOUZA, D.J. </a:t>
            </a:r>
            <a:r>
              <a:rPr lang="pt-BR" altLang="pt-BR" sz="1200" b="1" dirty="0">
                <a:solidFill>
                  <a:schemeClr val="tx1"/>
                </a:solidFill>
              </a:rPr>
              <a:t>Desbravando o microcontrolador PIC18</a:t>
            </a:r>
            <a:r>
              <a:rPr lang="pt-BR" altLang="pt-BR" sz="1200" dirty="0">
                <a:solidFill>
                  <a:schemeClr val="tx1"/>
                </a:solidFill>
              </a:rPr>
              <a:t>. Editora Érica Saraiva</a:t>
            </a:r>
            <a:r>
              <a:rPr lang="pt-BR" altLang="pt-BR" sz="1200" b="1" dirty="0">
                <a:solidFill>
                  <a:schemeClr val="tx1"/>
                </a:solidFill>
              </a:rPr>
              <a:t>.</a:t>
            </a:r>
          </a:p>
        </p:txBody>
      </p:sp>
      <p:sp>
        <p:nvSpPr>
          <p:cNvPr id="72709" name="CaixaDeTexto 5">
            <a:extLst>
              <a:ext uri="{FF2B5EF4-FFF2-40B4-BE49-F238E27FC236}">
                <a16:creationId xmlns:a16="http://schemas.microsoft.com/office/drawing/2014/main" id="{6DED6231-FE00-08BD-F3FF-51F87F11D0D0}"/>
              </a:ext>
            </a:extLst>
          </p:cNvPr>
          <p:cNvSpPr txBox="1">
            <a:spLocks noChangeArrowheads="1"/>
          </p:cNvSpPr>
          <p:nvPr/>
        </p:nvSpPr>
        <p:spPr bwMode="auto">
          <a:xfrm>
            <a:off x="3998913" y="1801813"/>
            <a:ext cx="4968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r>
              <a:rPr lang="pt-BR" altLang="pt-BR" sz="1200" dirty="0">
                <a:solidFill>
                  <a:schemeClr val="tx1"/>
                </a:solidFill>
              </a:rPr>
              <a:t>SOUSA, D.R.; SOUZA, D.J. </a:t>
            </a:r>
            <a:r>
              <a:rPr lang="pt-BR" altLang="pt-BR" sz="1200" b="1" dirty="0">
                <a:solidFill>
                  <a:schemeClr val="tx1"/>
                </a:solidFill>
              </a:rPr>
              <a:t>Desbravando o PIC24.</a:t>
            </a:r>
            <a:r>
              <a:rPr lang="pt-BR" altLang="pt-BR" sz="1200" dirty="0">
                <a:solidFill>
                  <a:schemeClr val="tx1"/>
                </a:solidFill>
              </a:rPr>
              <a:t> Editora Érica Saraiva</a:t>
            </a:r>
            <a:r>
              <a:rPr lang="pt-BR" altLang="pt-BR" sz="1200" b="1" dirty="0">
                <a:solidFill>
                  <a:schemeClr val="tx1"/>
                </a:solidFill>
              </a:rPr>
              <a:t>.</a:t>
            </a:r>
          </a:p>
        </p:txBody>
      </p:sp>
      <p:sp>
        <p:nvSpPr>
          <p:cNvPr id="72710" name="CaixaDeTexto 6">
            <a:extLst>
              <a:ext uri="{FF2B5EF4-FFF2-40B4-BE49-F238E27FC236}">
                <a16:creationId xmlns:a16="http://schemas.microsoft.com/office/drawing/2014/main" id="{1C22C38A-BB19-84B3-5995-C7BF85F9C484}"/>
              </a:ext>
            </a:extLst>
          </p:cNvPr>
          <p:cNvSpPr txBox="1">
            <a:spLocks noChangeArrowheads="1"/>
          </p:cNvSpPr>
          <p:nvPr/>
        </p:nvSpPr>
        <p:spPr bwMode="auto">
          <a:xfrm>
            <a:off x="3998913" y="2409825"/>
            <a:ext cx="5019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r>
              <a:rPr lang="pt-BR" altLang="pt-BR" sz="1200" dirty="0">
                <a:solidFill>
                  <a:schemeClr val="tx1"/>
                </a:solidFill>
              </a:rPr>
              <a:t>PEREIRA, F. </a:t>
            </a:r>
            <a:r>
              <a:rPr lang="pt-BR" altLang="pt-BR" sz="1200" b="1" dirty="0">
                <a:solidFill>
                  <a:schemeClr val="tx1"/>
                </a:solidFill>
              </a:rPr>
              <a:t>Tecnologia ARM – Microcontroladores de 32 bits. </a:t>
            </a:r>
            <a:r>
              <a:rPr lang="pt-BR" altLang="pt-BR" sz="1200" dirty="0">
                <a:solidFill>
                  <a:schemeClr val="tx1"/>
                </a:solidFill>
              </a:rPr>
              <a:t>Editora Érica Saraiva</a:t>
            </a:r>
            <a:r>
              <a:rPr lang="pt-BR" altLang="pt-BR" sz="1200" b="1" dirty="0">
                <a:solidFill>
                  <a:schemeClr val="tx1"/>
                </a:solidFill>
              </a:rPr>
              <a:t>.</a:t>
            </a:r>
          </a:p>
        </p:txBody>
      </p:sp>
      <p:sp>
        <p:nvSpPr>
          <p:cNvPr id="72711" name="CaixaDeTexto 7">
            <a:extLst>
              <a:ext uri="{FF2B5EF4-FFF2-40B4-BE49-F238E27FC236}">
                <a16:creationId xmlns:a16="http://schemas.microsoft.com/office/drawing/2014/main" id="{3F04EF15-E322-8BE8-898B-A0F43F73059F}"/>
              </a:ext>
            </a:extLst>
          </p:cNvPr>
          <p:cNvSpPr txBox="1">
            <a:spLocks noChangeArrowheads="1"/>
          </p:cNvSpPr>
          <p:nvPr/>
        </p:nvSpPr>
        <p:spPr bwMode="auto">
          <a:xfrm>
            <a:off x="3998913" y="2967038"/>
            <a:ext cx="5145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r>
              <a:rPr lang="pt-BR" altLang="pt-BR" sz="1200" dirty="0">
                <a:solidFill>
                  <a:schemeClr val="tx1"/>
                </a:solidFill>
              </a:rPr>
              <a:t>SOUSA, D.R. </a:t>
            </a:r>
            <a:r>
              <a:rPr lang="pt-BR" altLang="pt-BR" sz="1200" b="1" dirty="0">
                <a:solidFill>
                  <a:schemeClr val="tx1"/>
                </a:solidFill>
              </a:rPr>
              <a:t>Microcontroladores ARM7 – O poder dos 32 bits.</a:t>
            </a:r>
            <a:r>
              <a:rPr lang="pt-BR" altLang="pt-BR" sz="1200" dirty="0">
                <a:solidFill>
                  <a:schemeClr val="tx1"/>
                </a:solidFill>
              </a:rPr>
              <a:t> Editora Érica Saraiva.</a:t>
            </a:r>
          </a:p>
        </p:txBody>
      </p:sp>
      <p:sp>
        <p:nvSpPr>
          <p:cNvPr id="9" name="CaixaDeTexto 8">
            <a:extLst>
              <a:ext uri="{FF2B5EF4-FFF2-40B4-BE49-F238E27FC236}">
                <a16:creationId xmlns:a16="http://schemas.microsoft.com/office/drawing/2014/main" id="{1CCA5F36-ABF8-F515-2761-85E504568D44}"/>
              </a:ext>
            </a:extLst>
          </p:cNvPr>
          <p:cNvSpPr txBox="1"/>
          <p:nvPr/>
        </p:nvSpPr>
        <p:spPr>
          <a:xfrm>
            <a:off x="3952875" y="4008438"/>
            <a:ext cx="5033963" cy="2862262"/>
          </a:xfrm>
          <a:prstGeom prst="rect">
            <a:avLst/>
          </a:prstGeom>
          <a:noFill/>
        </p:spPr>
        <p:txBody>
          <a:bodyPr>
            <a:spAutoFit/>
          </a:bodyPr>
          <a:lstStyle/>
          <a:p>
            <a:pPr>
              <a:defRPr/>
            </a:pPr>
            <a:r>
              <a:rPr lang="pt-BR" altLang="pt-BR" sz="1200" dirty="0"/>
              <a:t>OLIVEIRA, A. S., ANDRADE, F. S. </a:t>
            </a:r>
            <a:r>
              <a:rPr lang="pt-BR" altLang="pt-BR" sz="1200" b="1" dirty="0"/>
              <a:t>Sistemas Embarcados: hardware e firmware na prática. </a:t>
            </a:r>
            <a:r>
              <a:rPr lang="pt-BR" altLang="pt-BR" sz="1200" dirty="0"/>
              <a:t>Editora Érica Saraiva. </a:t>
            </a:r>
            <a:r>
              <a:rPr lang="pt-BR" altLang="pt-BR" sz="1200" dirty="0">
                <a:solidFill>
                  <a:schemeClr val="tx1">
                    <a:lumMod val="50000"/>
                  </a:schemeClr>
                </a:solidFill>
              </a:rPr>
              <a:t>(Biblioteca FIAP – livro físico)</a:t>
            </a:r>
          </a:p>
          <a:p>
            <a:pPr>
              <a:defRPr/>
            </a:pPr>
            <a:endParaRPr lang="pt-BR" altLang="pt-BR" sz="1200" dirty="0">
              <a:solidFill>
                <a:srgbClr val="FF0000"/>
              </a:solidFill>
            </a:endParaRPr>
          </a:p>
          <a:p>
            <a:pPr>
              <a:defRPr/>
            </a:pPr>
            <a:r>
              <a:rPr lang="pt-BR" altLang="pt-BR" sz="1200" dirty="0"/>
              <a:t>SOUSA, D.R.; SOUZA, D.J., LAVÍNIA, N. C. </a:t>
            </a:r>
            <a:r>
              <a:rPr lang="pt-BR" altLang="pt-BR" sz="1200" b="1" dirty="0"/>
              <a:t>Desbravando o microcontrolador PIC18: recursos avançados</a:t>
            </a:r>
            <a:r>
              <a:rPr lang="pt-BR" altLang="pt-BR" sz="1200" dirty="0"/>
              <a:t>. Editora Érica Saraiva</a:t>
            </a:r>
            <a:r>
              <a:rPr lang="pt-BR" altLang="pt-BR" sz="1200" b="1" dirty="0"/>
              <a:t>.</a:t>
            </a:r>
          </a:p>
          <a:p>
            <a:pPr>
              <a:defRPr/>
            </a:pPr>
            <a:endParaRPr lang="pt-BR" altLang="pt-BR" sz="1200" dirty="0"/>
          </a:p>
          <a:p>
            <a:pPr>
              <a:defRPr/>
            </a:pPr>
            <a:r>
              <a:rPr lang="pt-BR" altLang="pt-BR" sz="1200" dirty="0"/>
              <a:t>PEREIRA, F. </a:t>
            </a:r>
            <a:r>
              <a:rPr lang="pt-BR" altLang="pt-BR" sz="1200" b="1" dirty="0"/>
              <a:t>Microcontroladores PIC: programação em C</a:t>
            </a:r>
            <a:r>
              <a:rPr lang="pt-BR" altLang="pt-BR" sz="1200" dirty="0"/>
              <a:t>. Editora Érica Saraiva.</a:t>
            </a:r>
          </a:p>
          <a:p>
            <a:pPr>
              <a:defRPr/>
            </a:pPr>
            <a:endParaRPr lang="pt-BR" altLang="pt-BR" sz="1200" dirty="0">
              <a:solidFill>
                <a:srgbClr val="FF0000"/>
              </a:solidFill>
            </a:endParaRPr>
          </a:p>
          <a:p>
            <a:pPr>
              <a:defRPr/>
            </a:pPr>
            <a:r>
              <a:rPr lang="pt-BR" altLang="pt-BR" sz="1200" dirty="0"/>
              <a:t>YIU, J. </a:t>
            </a:r>
            <a:r>
              <a:rPr lang="pt-BR" altLang="pt-BR" sz="1200" b="1" dirty="0"/>
              <a:t>The </a:t>
            </a:r>
            <a:r>
              <a:rPr lang="pt-BR" altLang="pt-BR" sz="1200" b="1" dirty="0" err="1"/>
              <a:t>definitive</a:t>
            </a:r>
            <a:r>
              <a:rPr lang="pt-BR" altLang="pt-BR" sz="1200" b="1" dirty="0"/>
              <a:t> </a:t>
            </a:r>
            <a:r>
              <a:rPr lang="pt-BR" altLang="pt-BR" sz="1200" b="1" dirty="0" err="1"/>
              <a:t>guide</a:t>
            </a:r>
            <a:r>
              <a:rPr lang="pt-BR" altLang="pt-BR" sz="1200" b="1" dirty="0"/>
              <a:t> </a:t>
            </a:r>
            <a:r>
              <a:rPr lang="pt-BR" altLang="pt-BR" sz="1200" b="1" dirty="0" err="1"/>
              <a:t>to</a:t>
            </a:r>
            <a:r>
              <a:rPr lang="pt-BR" altLang="pt-BR" sz="1200" b="1" dirty="0"/>
              <a:t> ARM </a:t>
            </a:r>
            <a:r>
              <a:rPr lang="pt-BR" altLang="pt-BR" sz="1200" b="1" dirty="0" err="1"/>
              <a:t>Cortex</a:t>
            </a:r>
            <a:r>
              <a:rPr lang="pt-BR" altLang="pt-BR" sz="1200" b="1" dirty="0"/>
              <a:t> M3 </a:t>
            </a:r>
            <a:r>
              <a:rPr lang="pt-BR" altLang="pt-BR" sz="1200" b="1" dirty="0" err="1"/>
              <a:t>and</a:t>
            </a:r>
            <a:r>
              <a:rPr lang="pt-BR" altLang="pt-BR" sz="1200" b="1" dirty="0"/>
              <a:t> ARM </a:t>
            </a:r>
            <a:r>
              <a:rPr lang="pt-BR" altLang="pt-BR" sz="1200" b="1" dirty="0" err="1"/>
              <a:t>Cortex</a:t>
            </a:r>
            <a:r>
              <a:rPr lang="pt-BR" altLang="pt-BR" sz="1200" b="1" dirty="0"/>
              <a:t> M4 processors. </a:t>
            </a:r>
            <a:r>
              <a:rPr lang="pt-BR" altLang="pt-BR" sz="1200" dirty="0"/>
              <a:t>Ed. Elsevier.</a:t>
            </a:r>
          </a:p>
          <a:p>
            <a:pPr>
              <a:defRPr/>
            </a:pPr>
            <a:endParaRPr lang="pt-BR" altLang="pt-BR" sz="1200" dirty="0"/>
          </a:p>
          <a:p>
            <a:pPr>
              <a:defRPr/>
            </a:pPr>
            <a:r>
              <a:rPr lang="pt-BR" altLang="pt-BR" sz="1200" dirty="0"/>
              <a:t>SLOSS, A. N., SYMES, D., WRIGHT, C. </a:t>
            </a:r>
            <a:r>
              <a:rPr lang="pt-BR" altLang="pt-BR" sz="1200" b="1" dirty="0"/>
              <a:t>ARM System </a:t>
            </a:r>
            <a:r>
              <a:rPr lang="pt-BR" altLang="pt-BR" sz="1200" b="1" dirty="0" err="1"/>
              <a:t>Developer’s</a:t>
            </a:r>
            <a:r>
              <a:rPr lang="pt-BR" altLang="pt-BR" sz="1200" b="1" dirty="0"/>
              <a:t> </a:t>
            </a:r>
            <a:r>
              <a:rPr lang="pt-BR" altLang="pt-BR" sz="1200" b="1" dirty="0" err="1"/>
              <a:t>Guide</a:t>
            </a:r>
            <a:r>
              <a:rPr lang="pt-BR" altLang="pt-BR" sz="1200" b="1" dirty="0"/>
              <a:t>. </a:t>
            </a:r>
            <a:r>
              <a:rPr lang="pt-BR" altLang="pt-BR" sz="1200" dirty="0"/>
              <a:t>Ed. Elsevier.</a:t>
            </a:r>
          </a:p>
        </p:txBody>
      </p:sp>
      <p:sp>
        <p:nvSpPr>
          <p:cNvPr id="72713" name="CaixaDeTexto 9">
            <a:extLst>
              <a:ext uri="{FF2B5EF4-FFF2-40B4-BE49-F238E27FC236}">
                <a16:creationId xmlns:a16="http://schemas.microsoft.com/office/drawing/2014/main" id="{DF8BF2A0-02FA-25EE-E047-A475E5C0C5FE}"/>
              </a:ext>
            </a:extLst>
          </p:cNvPr>
          <p:cNvSpPr txBox="1">
            <a:spLocks noChangeArrowheads="1"/>
          </p:cNvSpPr>
          <p:nvPr/>
        </p:nvSpPr>
        <p:spPr bwMode="auto">
          <a:xfrm>
            <a:off x="4029075" y="404813"/>
            <a:ext cx="19431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r>
              <a:rPr lang="pt-BR" altLang="pt-BR" sz="1600" b="1">
                <a:solidFill>
                  <a:srgbClr val="2E0DF1"/>
                </a:solidFill>
              </a:rPr>
              <a:t>BÁSICA</a:t>
            </a:r>
          </a:p>
        </p:txBody>
      </p:sp>
      <p:sp>
        <p:nvSpPr>
          <p:cNvPr id="72714" name="CaixaDeTexto 10">
            <a:extLst>
              <a:ext uri="{FF2B5EF4-FFF2-40B4-BE49-F238E27FC236}">
                <a16:creationId xmlns:a16="http://schemas.microsoft.com/office/drawing/2014/main" id="{ECCBAF9A-D1DD-17EE-4671-FB535F04B59D}"/>
              </a:ext>
            </a:extLst>
          </p:cNvPr>
          <p:cNvSpPr txBox="1">
            <a:spLocks noChangeArrowheads="1"/>
          </p:cNvSpPr>
          <p:nvPr/>
        </p:nvSpPr>
        <p:spPr bwMode="auto">
          <a:xfrm>
            <a:off x="3971925" y="3633788"/>
            <a:ext cx="19446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cs typeface="Arial" panose="020B0604020202020204" pitchFamily="34" charset="0"/>
              </a:defRPr>
            </a:lvl1pPr>
            <a:lvl2pPr marL="742950" indent="-285750">
              <a:defRPr sz="2800">
                <a:solidFill>
                  <a:schemeClr val="bg2"/>
                </a:solidFill>
                <a:latin typeface="Arial" panose="020B0604020202020204" pitchFamily="34" charset="0"/>
                <a:cs typeface="Arial" panose="020B0604020202020204" pitchFamily="34" charset="0"/>
              </a:defRPr>
            </a:lvl2pPr>
            <a:lvl3pPr marL="1143000" indent="-228600">
              <a:defRPr sz="2800">
                <a:solidFill>
                  <a:schemeClr val="bg2"/>
                </a:solidFill>
                <a:latin typeface="Arial" panose="020B0604020202020204" pitchFamily="34" charset="0"/>
                <a:cs typeface="Arial" panose="020B0604020202020204" pitchFamily="34" charset="0"/>
              </a:defRPr>
            </a:lvl3pPr>
            <a:lvl4pPr marL="1600200" indent="-228600">
              <a:defRPr sz="2800">
                <a:solidFill>
                  <a:schemeClr val="bg2"/>
                </a:solidFill>
                <a:latin typeface="Arial" panose="020B0604020202020204" pitchFamily="34" charset="0"/>
                <a:cs typeface="Arial" panose="020B0604020202020204" pitchFamily="34" charset="0"/>
              </a:defRPr>
            </a:lvl4pPr>
            <a:lvl5pPr marL="2057400" indent="-228600">
              <a:defRPr sz="2800">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cs typeface="Arial" panose="020B0604020202020204" pitchFamily="34" charset="0"/>
              </a:defRPr>
            </a:lvl9pPr>
          </a:lstStyle>
          <a:p>
            <a:r>
              <a:rPr lang="pt-BR" altLang="pt-BR" sz="1600" b="1">
                <a:solidFill>
                  <a:srgbClr val="2E0DF1"/>
                </a:solidFill>
              </a:rPr>
              <a:t>COMPLEMENTAR</a:t>
            </a: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Imagem 4">
            <a:extLst>
              <a:ext uri="{FF2B5EF4-FFF2-40B4-BE49-F238E27FC236}">
                <a16:creationId xmlns:a16="http://schemas.microsoft.com/office/drawing/2014/main" id="{F188C6FE-A695-E586-DD9F-69513861189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l="12988" r="12988"/>
          <a:stretch>
            <a:fillRect/>
          </a:stretch>
        </p:blipFill>
        <p:spPr bwMode="auto">
          <a:xfrm>
            <a:off x="0" y="0"/>
            <a:ext cx="9144000" cy="686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Theme">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Escritório Clássico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Theme.thmx</Template>
  <TotalTime>1803</TotalTime>
  <Words>555</Words>
  <Application>Microsoft Office PowerPoint</Application>
  <PresentationFormat>Apresentação na tela (4:3)</PresentationFormat>
  <Paragraphs>88</Paragraphs>
  <Slides>19</Slides>
  <Notes>5</Notes>
  <HiddenSlides>0</HiddenSlides>
  <MMClips>0</MMClips>
  <ScaleCrop>false</ScaleCrop>
  <HeadingPairs>
    <vt:vector size="6" baseType="variant">
      <vt:variant>
        <vt:lpstr>Fontes usadas</vt:lpstr>
      </vt:variant>
      <vt:variant>
        <vt:i4>9</vt:i4>
      </vt:variant>
      <vt:variant>
        <vt:lpstr>Tema</vt:lpstr>
      </vt:variant>
      <vt:variant>
        <vt:i4>4</vt:i4>
      </vt:variant>
      <vt:variant>
        <vt:lpstr>Títulos de slides</vt:lpstr>
      </vt:variant>
      <vt:variant>
        <vt:i4>19</vt:i4>
      </vt:variant>
    </vt:vector>
  </HeadingPairs>
  <TitlesOfParts>
    <vt:vector size="32" baseType="lpstr">
      <vt:lpstr>Arial</vt:lpstr>
      <vt:lpstr>Arial</vt:lpstr>
      <vt:lpstr>Calibri</vt:lpstr>
      <vt:lpstr>Gotham HTF</vt:lpstr>
      <vt:lpstr>Gotham HTF Book</vt:lpstr>
      <vt:lpstr>Gotham-Bold</vt:lpstr>
      <vt:lpstr>Gotham-Book</vt:lpstr>
      <vt:lpstr>Square721 BT</vt:lpstr>
      <vt:lpstr>Wingdings</vt:lpstr>
      <vt:lpstr>Default Theme</vt:lpstr>
      <vt:lpstr>1_Personalizar design</vt:lpstr>
      <vt:lpstr>Office Theme</vt:lpstr>
      <vt:lpstr>2_Personalizar design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Dúvidas?</vt:lpstr>
      <vt:lpstr>Apresentação do PowerPoint</vt:lpstr>
      <vt:lpstr>Apresentação do PowerPoint</vt:lpstr>
      <vt:lpstr>Apresentação do PowerPoint</vt:lpstr>
    </vt:vector>
  </TitlesOfParts>
  <Company>FIAP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Juliana Reyes</dc:creator>
  <cp:lastModifiedBy>Sandro Ferraz</cp:lastModifiedBy>
  <cp:revision>224</cp:revision>
  <dcterms:created xsi:type="dcterms:W3CDTF">2015-02-07T21:24:47Z</dcterms:created>
  <dcterms:modified xsi:type="dcterms:W3CDTF">2023-03-21T19:24:58Z</dcterms:modified>
</cp:coreProperties>
</file>