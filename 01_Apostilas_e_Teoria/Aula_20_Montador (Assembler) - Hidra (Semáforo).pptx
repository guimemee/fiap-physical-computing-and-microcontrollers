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0"/>
  </p:notesMasterIdLst>
  <p:handoutMasterIdLst>
    <p:handoutMasterId r:id="rId11"/>
  </p:handoutMasterIdLst>
  <p:sldIdLst>
    <p:sldId id="256" r:id="rId6"/>
    <p:sldId id="487" r:id="rId7"/>
    <p:sldId id="657" r:id="rId8"/>
    <p:sldId id="265" r:id="rId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ED9DC-CA03-4580-A62B-7262A3F5AE09}" v="4" dt="2024-08-27T08:54:27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78" d="100"/>
          <a:sy n="78" d="100"/>
        </p:scale>
        <p:origin x="1642" y="67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27/08/2024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Simulado NAC: Hidra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CBF48A8-D675-2496-6C11-779256769B1C}"/>
              </a:ext>
            </a:extLst>
          </p:cNvPr>
          <p:cNvSpPr txBox="1"/>
          <p:nvPr/>
        </p:nvSpPr>
        <p:spPr>
          <a:xfrm>
            <a:off x="677736" y="1235007"/>
            <a:ext cx="78048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Monte um contador de semáforo de 10 segundos. Este contador determina o tempo que o semáforo ficará “aberto”, ou seja, na luz verde em uma das vias. Você também terá que neste tempo mandar um sinal para manter o sinal no verde. Quando o tempo terminar, o sinal deverá mudar para amarelo e depois mudar para vermelho! A acionar o vermelho, deverá também, enviar um sinal para outro microcontrolador para acionar o semáforo da outra via transversal </a:t>
            </a:r>
            <a:r>
              <a:rPr lang="pt-BR"/>
              <a:t>(cruzamento)! Este </a:t>
            </a:r>
            <a:r>
              <a:rPr lang="pt-BR" dirty="0"/>
              <a:t>sistema também deverá só iniciar a sequência de verde, amarelo e vermelho, somente quando receber um sinal de disparo da sequência, verde, amarelo e vermelho do outro semáforo! Inclua também, um sinal para acionar um </a:t>
            </a:r>
            <a:r>
              <a:rPr lang="pt-BR" dirty="0" err="1"/>
              <a:t>buzzer</a:t>
            </a:r>
            <a:r>
              <a:rPr lang="pt-BR" dirty="0"/>
              <a:t> para cada mudança do valor numérico!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335C17-97D2-06E2-2F6A-767A7C41E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65" y="4249729"/>
            <a:ext cx="3530600" cy="233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JSM Engenharia - Notícias">
            <a:extLst>
              <a:ext uri="{FF2B5EF4-FFF2-40B4-BE49-F238E27FC236}">
                <a16:creationId xmlns:a16="http://schemas.microsoft.com/office/drawing/2014/main" id="{5E1625F3-A026-A437-DC2E-A8569F5CC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849" y="4249728"/>
            <a:ext cx="3265588" cy="2446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661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3723</TotalTime>
  <Words>183</Words>
  <Application>Microsoft Office PowerPoint</Application>
  <PresentationFormat>Apresentação na tela (4:3)</PresentationFormat>
  <Paragraphs>6</Paragraphs>
  <Slides>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4</vt:i4>
      </vt:variant>
    </vt:vector>
  </HeadingPairs>
  <TitlesOfParts>
    <vt:vector size="16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486</cp:revision>
  <cp:lastPrinted>2016-02-15T09:06:24Z</cp:lastPrinted>
  <dcterms:created xsi:type="dcterms:W3CDTF">2015-02-07T21:24:47Z</dcterms:created>
  <dcterms:modified xsi:type="dcterms:W3CDTF">2024-08-27T08:55:39Z</dcterms:modified>
</cp:coreProperties>
</file>