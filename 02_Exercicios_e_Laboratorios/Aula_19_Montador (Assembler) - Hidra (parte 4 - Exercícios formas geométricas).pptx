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16"/>
  </p:notesMasterIdLst>
  <p:handoutMasterIdLst>
    <p:handoutMasterId r:id="rId17"/>
  </p:handoutMasterIdLst>
  <p:sldIdLst>
    <p:sldId id="256" r:id="rId6"/>
    <p:sldId id="487" r:id="rId7"/>
    <p:sldId id="534" r:id="rId8"/>
    <p:sldId id="658" r:id="rId9"/>
    <p:sldId id="659" r:id="rId10"/>
    <p:sldId id="660" r:id="rId11"/>
    <p:sldId id="661" r:id="rId12"/>
    <p:sldId id="662" r:id="rId13"/>
    <p:sldId id="663" r:id="rId14"/>
    <p:sldId id="265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F0265D"/>
    <a:srgbClr val="020000"/>
    <a:srgbClr val="7C9ACC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DC5202-B29D-4BD5-AE8A-7ED91D0AEF2D}" v="7" dt="2024-08-20T19:49:04.1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786" autoAdjust="0"/>
  </p:normalViewPr>
  <p:slideViewPr>
    <p:cSldViewPr snapToGrid="0" snapToObjects="1">
      <p:cViewPr varScale="1">
        <p:scale>
          <a:sx n="68" d="100"/>
          <a:sy n="68" d="100"/>
        </p:scale>
        <p:origin x="1674" y="60"/>
      </p:cViewPr>
      <p:guideLst>
        <p:guide pos="2880"/>
        <p:guide orient="horz" pos="2183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20/08/2024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8/20/2024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84C3EA-23B4-88D3-C810-17DDEE108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55A1CB-E51C-D8FA-4628-17C0158B5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7036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7004890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Microcontroladores - MIC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1649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MECATRÔNICA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4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2022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DB397901-B8D4-72B6-2BAC-AB6391BF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9117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27 Electronic Pictures Download Free Images Stock Photos On Unsplash |  bbutton.com.br">
            <a:extLst>
              <a:ext uri="{FF2B5EF4-FFF2-40B4-BE49-F238E27FC236}">
                <a16:creationId xmlns:a16="http://schemas.microsoft.com/office/drawing/2014/main" id="{8D668B22-BDA2-E6E4-2011-3F3D7A348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9144001" cy="390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22602D00-56F9-3355-26BD-455DA6650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19" y="4206898"/>
            <a:ext cx="7766136" cy="44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715963" indent="-904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altLang="pt-BR" sz="2400" b="1" dirty="0">
                <a:solidFill>
                  <a:srgbClr val="FF0000"/>
                </a:solidFill>
              </a:rPr>
              <a:t>	Computador HIDRA/AHMES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2D2E858-A162-0693-D650-BF399C4FE0AC}"/>
              </a:ext>
            </a:extLst>
          </p:cNvPr>
          <p:cNvCxnSpPr/>
          <p:nvPr/>
        </p:nvCxnSpPr>
        <p:spPr>
          <a:xfrm>
            <a:off x="-1" y="3906078"/>
            <a:ext cx="914400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383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Exercícios Hidra/</a:t>
            </a:r>
            <a:r>
              <a:rPr lang="pt-BR" altLang="pt-BR" sz="2600" b="1" u="none" dirty="0" err="1">
                <a:solidFill>
                  <a:srgbClr val="FF0000"/>
                </a:solidFill>
              </a:rPr>
              <a:t>Ahmes</a:t>
            </a:r>
            <a:endParaRPr lang="pt-BR" altLang="pt-BR" sz="2600" b="1" u="none" dirty="0">
              <a:solidFill>
                <a:srgbClr val="FF00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C83D12-6034-C68A-FA5D-2F2539866542}"/>
              </a:ext>
            </a:extLst>
          </p:cNvPr>
          <p:cNvSpPr txBox="1"/>
          <p:nvPr/>
        </p:nvSpPr>
        <p:spPr>
          <a:xfrm>
            <a:off x="751396" y="1393473"/>
            <a:ext cx="7466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1) Monte um programa que realize:</a:t>
            </a:r>
          </a:p>
        </p:txBody>
      </p:sp>
      <p:sp>
        <p:nvSpPr>
          <p:cNvPr id="2" name="Triângulo isósceles 1">
            <a:extLst>
              <a:ext uri="{FF2B5EF4-FFF2-40B4-BE49-F238E27FC236}">
                <a16:creationId xmlns:a16="http://schemas.microsoft.com/office/drawing/2014/main" id="{B024316F-F316-0B11-A9B7-D6FF240B0C5C}"/>
              </a:ext>
            </a:extLst>
          </p:cNvPr>
          <p:cNvSpPr/>
          <p:nvPr/>
        </p:nvSpPr>
        <p:spPr>
          <a:xfrm>
            <a:off x="3446206" y="3126657"/>
            <a:ext cx="2251587" cy="1966451"/>
          </a:xfrm>
          <a:prstGeom prst="triangle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4881ECB-4700-5E57-656D-B1AE0E343C9C}"/>
              </a:ext>
            </a:extLst>
          </p:cNvPr>
          <p:cNvSpPr txBox="1"/>
          <p:nvPr/>
        </p:nvSpPr>
        <p:spPr>
          <a:xfrm>
            <a:off x="988963" y="1945115"/>
            <a:ext cx="566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 cálculo da área da superfície de um triângulo retângulo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D157C9A-72AB-60D9-E6DB-1805847D8A73}"/>
              </a:ext>
            </a:extLst>
          </p:cNvPr>
          <p:cNvSpPr txBox="1"/>
          <p:nvPr/>
        </p:nvSpPr>
        <p:spPr>
          <a:xfrm>
            <a:off x="4333939" y="52798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93011AC-FF43-81BB-13C5-CE4548D02404}"/>
              </a:ext>
            </a:extLst>
          </p:cNvPr>
          <p:cNvSpPr txBox="1"/>
          <p:nvPr/>
        </p:nvSpPr>
        <p:spPr>
          <a:xfrm rot="16200000">
            <a:off x="3023299" y="3925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73843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Exercícios Hidra/</a:t>
            </a:r>
            <a:r>
              <a:rPr lang="pt-BR" altLang="pt-BR" sz="2600" b="1" u="none" dirty="0" err="1">
                <a:solidFill>
                  <a:srgbClr val="FF0000"/>
                </a:solidFill>
              </a:rPr>
              <a:t>Ahmes</a:t>
            </a:r>
            <a:endParaRPr lang="pt-BR" altLang="pt-BR" sz="2600" b="1" u="none" dirty="0">
              <a:solidFill>
                <a:srgbClr val="FF00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C83D12-6034-C68A-FA5D-2F2539866542}"/>
              </a:ext>
            </a:extLst>
          </p:cNvPr>
          <p:cNvSpPr txBox="1"/>
          <p:nvPr/>
        </p:nvSpPr>
        <p:spPr>
          <a:xfrm>
            <a:off x="751396" y="1393473"/>
            <a:ext cx="7466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2) Monte um programa que realize: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4881ECB-4700-5E57-656D-B1AE0E343C9C}"/>
              </a:ext>
            </a:extLst>
          </p:cNvPr>
          <p:cNvSpPr txBox="1"/>
          <p:nvPr/>
        </p:nvSpPr>
        <p:spPr>
          <a:xfrm>
            <a:off x="988963" y="1945115"/>
            <a:ext cx="4376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 cálculo da área da superfície de um círculo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2915FF0-C52A-01E8-3862-F0F279173BCC}"/>
              </a:ext>
            </a:extLst>
          </p:cNvPr>
          <p:cNvSpPr/>
          <p:nvPr/>
        </p:nvSpPr>
        <p:spPr>
          <a:xfrm>
            <a:off x="2941118" y="2942964"/>
            <a:ext cx="3087328" cy="3008671"/>
          </a:xfrm>
          <a:prstGeom prst="ellipse">
            <a:avLst/>
          </a:prstGeom>
          <a:solidFill>
            <a:srgbClr val="00B050"/>
          </a:solidFill>
          <a:ln w="38100">
            <a:solidFill>
              <a:srgbClr val="00B05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80991BA-C851-D7FF-573C-F042F19EBD25}"/>
              </a:ext>
            </a:extLst>
          </p:cNvPr>
          <p:cNvSpPr txBox="1"/>
          <p:nvPr/>
        </p:nvSpPr>
        <p:spPr>
          <a:xfrm>
            <a:off x="3724862" y="6210820"/>
            <a:ext cx="1402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Diâmetro = 2</a:t>
            </a:r>
          </a:p>
        </p:txBody>
      </p:sp>
    </p:spTree>
    <p:extLst>
      <p:ext uri="{BB962C8B-B14F-4D97-AF65-F5344CB8AC3E}">
        <p14:creationId xmlns:p14="http://schemas.microsoft.com/office/powerpoint/2010/main" val="1697365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Exercícios Hidra/</a:t>
            </a:r>
            <a:r>
              <a:rPr lang="pt-BR" altLang="pt-BR" sz="2600" b="1" u="none" dirty="0" err="1">
                <a:solidFill>
                  <a:srgbClr val="FF0000"/>
                </a:solidFill>
              </a:rPr>
              <a:t>Ahmes</a:t>
            </a:r>
            <a:endParaRPr lang="pt-BR" altLang="pt-BR" sz="2600" b="1" u="none" dirty="0">
              <a:solidFill>
                <a:srgbClr val="FF00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C83D12-6034-C68A-FA5D-2F2539866542}"/>
              </a:ext>
            </a:extLst>
          </p:cNvPr>
          <p:cNvSpPr txBox="1"/>
          <p:nvPr/>
        </p:nvSpPr>
        <p:spPr>
          <a:xfrm>
            <a:off x="751396" y="1393473"/>
            <a:ext cx="7466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3) Monte um programa que realize: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4881ECB-4700-5E57-656D-B1AE0E343C9C}"/>
              </a:ext>
            </a:extLst>
          </p:cNvPr>
          <p:cNvSpPr txBox="1"/>
          <p:nvPr/>
        </p:nvSpPr>
        <p:spPr>
          <a:xfrm>
            <a:off x="988963" y="1945115"/>
            <a:ext cx="2837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 cálculo da área em laranja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522577B0-4DD4-AB0F-37D1-E19749CD0BC8}"/>
              </a:ext>
            </a:extLst>
          </p:cNvPr>
          <p:cNvGrpSpPr/>
          <p:nvPr/>
        </p:nvGrpSpPr>
        <p:grpSpPr>
          <a:xfrm>
            <a:off x="2952228" y="2657769"/>
            <a:ext cx="3239544" cy="3451446"/>
            <a:chOff x="3032466" y="3092923"/>
            <a:chExt cx="3239544" cy="3451446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B2CDD460-F6CF-CDB0-2363-DCFCC8CB1033}"/>
                </a:ext>
              </a:extLst>
            </p:cNvPr>
            <p:cNvSpPr/>
            <p:nvPr/>
          </p:nvSpPr>
          <p:spPr>
            <a:xfrm>
              <a:off x="3043895" y="3100544"/>
              <a:ext cx="3220495" cy="3436206"/>
            </a:xfrm>
            <a:prstGeom prst="ellipse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Triângulo isósceles 7">
              <a:extLst>
                <a:ext uri="{FF2B5EF4-FFF2-40B4-BE49-F238E27FC236}">
                  <a16:creationId xmlns:a16="http://schemas.microsoft.com/office/drawing/2014/main" id="{9C3431F8-CF89-A7B3-5E1D-7B60C7FCCCBB}"/>
                </a:ext>
              </a:extLst>
            </p:cNvPr>
            <p:cNvSpPr/>
            <p:nvPr/>
          </p:nvSpPr>
          <p:spPr>
            <a:xfrm>
              <a:off x="4658604" y="3092923"/>
              <a:ext cx="1613406" cy="1724119"/>
            </a:xfrm>
            <a:prstGeom prst="triangle">
              <a:avLst>
                <a:gd name="adj" fmla="val 0"/>
              </a:avLst>
            </a:prstGeom>
            <a:ln>
              <a:solidFill>
                <a:srgbClr val="4F81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Triângulo isósceles 8">
              <a:extLst>
                <a:ext uri="{FF2B5EF4-FFF2-40B4-BE49-F238E27FC236}">
                  <a16:creationId xmlns:a16="http://schemas.microsoft.com/office/drawing/2014/main" id="{8D22FB65-5439-4177-96DE-8F17A0B98D40}"/>
                </a:ext>
              </a:extLst>
            </p:cNvPr>
            <p:cNvSpPr/>
            <p:nvPr/>
          </p:nvSpPr>
          <p:spPr>
            <a:xfrm rot="10800000">
              <a:off x="3032466" y="4820250"/>
              <a:ext cx="1613406" cy="1724119"/>
            </a:xfrm>
            <a:prstGeom prst="triangle">
              <a:avLst>
                <a:gd name="adj" fmla="val 0"/>
              </a:avLst>
            </a:prstGeom>
            <a:ln>
              <a:solidFill>
                <a:srgbClr val="4F81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3C39586-48D7-3276-2522-3EDB38BE84B1}"/>
              </a:ext>
            </a:extLst>
          </p:cNvPr>
          <p:cNvSpPr txBox="1"/>
          <p:nvPr/>
        </p:nvSpPr>
        <p:spPr>
          <a:xfrm>
            <a:off x="3826535" y="6345950"/>
            <a:ext cx="1402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Diâmetro = 8</a:t>
            </a:r>
          </a:p>
        </p:txBody>
      </p:sp>
    </p:spTree>
    <p:extLst>
      <p:ext uri="{BB962C8B-B14F-4D97-AF65-F5344CB8AC3E}">
        <p14:creationId xmlns:p14="http://schemas.microsoft.com/office/powerpoint/2010/main" val="2425678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Exercícios Hidra/</a:t>
            </a:r>
            <a:r>
              <a:rPr lang="pt-BR" altLang="pt-BR" sz="2600" b="1" u="none" dirty="0" err="1">
                <a:solidFill>
                  <a:srgbClr val="FF0000"/>
                </a:solidFill>
              </a:rPr>
              <a:t>Ahmes</a:t>
            </a:r>
            <a:endParaRPr lang="pt-BR" altLang="pt-BR" sz="2600" b="1" u="none" dirty="0">
              <a:solidFill>
                <a:srgbClr val="FF00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C83D12-6034-C68A-FA5D-2F2539866542}"/>
              </a:ext>
            </a:extLst>
          </p:cNvPr>
          <p:cNvSpPr txBox="1"/>
          <p:nvPr/>
        </p:nvSpPr>
        <p:spPr>
          <a:xfrm>
            <a:off x="751396" y="1393473"/>
            <a:ext cx="7466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4) Monte um programa que realize: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1D2618D-B1C0-DCBC-2288-A7A9E4981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889" y="3116178"/>
            <a:ext cx="257175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31B04BE-DAA5-7827-FEB1-868643D93C68}"/>
              </a:ext>
            </a:extLst>
          </p:cNvPr>
          <p:cNvSpPr txBox="1"/>
          <p:nvPr/>
        </p:nvSpPr>
        <p:spPr>
          <a:xfrm>
            <a:off x="962580" y="1915050"/>
            <a:ext cx="5128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 cálculo da área da superfície total de um tetraedro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71399FE5-F639-19F2-AA49-E777F24F32A7}"/>
              </a:ext>
            </a:extLst>
          </p:cNvPr>
          <p:cNvCxnSpPr>
            <a:cxnSpLocks/>
          </p:cNvCxnSpPr>
          <p:nvPr/>
        </p:nvCxnSpPr>
        <p:spPr>
          <a:xfrm>
            <a:off x="3218564" y="5720080"/>
            <a:ext cx="12192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E7DD9436-4DCB-222D-2B93-1567E6799D3D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4437764" y="5364078"/>
            <a:ext cx="0" cy="455062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C7FA5BC3-B0C0-F4D2-B55E-3EBDF3E376AB}"/>
              </a:ext>
            </a:extLst>
          </p:cNvPr>
          <p:cNvCxnSpPr>
            <a:cxnSpLocks/>
          </p:cNvCxnSpPr>
          <p:nvPr/>
        </p:nvCxnSpPr>
        <p:spPr>
          <a:xfrm>
            <a:off x="3218564" y="5364078"/>
            <a:ext cx="0" cy="455062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4C5E4D1-A270-D4AC-61DA-ACBE5116B891}"/>
              </a:ext>
            </a:extLst>
          </p:cNvPr>
          <p:cNvSpPr txBox="1"/>
          <p:nvPr/>
        </p:nvSpPr>
        <p:spPr>
          <a:xfrm>
            <a:off x="3644900" y="53952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45149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Exercícios Hidra/</a:t>
            </a:r>
            <a:r>
              <a:rPr lang="pt-BR" altLang="pt-BR" sz="2600" b="1" u="none" dirty="0" err="1">
                <a:solidFill>
                  <a:srgbClr val="FF0000"/>
                </a:solidFill>
              </a:rPr>
              <a:t>Ahmes</a:t>
            </a:r>
            <a:endParaRPr lang="pt-BR" altLang="pt-BR" sz="2600" b="1" u="none" dirty="0">
              <a:solidFill>
                <a:srgbClr val="FF00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C83D12-6034-C68A-FA5D-2F2539866542}"/>
              </a:ext>
            </a:extLst>
          </p:cNvPr>
          <p:cNvSpPr txBox="1"/>
          <p:nvPr/>
        </p:nvSpPr>
        <p:spPr>
          <a:xfrm>
            <a:off x="751396" y="1393473"/>
            <a:ext cx="7466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5) Monte um programa que realize: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31B04BE-DAA5-7827-FEB1-868643D93C68}"/>
              </a:ext>
            </a:extLst>
          </p:cNvPr>
          <p:cNvSpPr txBox="1"/>
          <p:nvPr/>
        </p:nvSpPr>
        <p:spPr>
          <a:xfrm>
            <a:off x="962580" y="1915050"/>
            <a:ext cx="5605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 cálculo do volume de um tetraedro do exercício anterior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73AFFB8-C99A-B0A6-B9BF-3685528FE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169394">
            <a:off x="3925129" y="3182772"/>
            <a:ext cx="1905000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061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Exercícios Hidra/</a:t>
            </a:r>
            <a:r>
              <a:rPr lang="pt-BR" altLang="pt-BR" sz="2600" b="1" u="none" dirty="0" err="1">
                <a:solidFill>
                  <a:srgbClr val="FF0000"/>
                </a:solidFill>
              </a:rPr>
              <a:t>Ahmes</a:t>
            </a:r>
            <a:endParaRPr lang="pt-BR" altLang="pt-BR" sz="2600" b="1" u="none" dirty="0">
              <a:solidFill>
                <a:srgbClr val="FF00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C83D12-6034-C68A-FA5D-2F2539866542}"/>
              </a:ext>
            </a:extLst>
          </p:cNvPr>
          <p:cNvSpPr txBox="1"/>
          <p:nvPr/>
        </p:nvSpPr>
        <p:spPr>
          <a:xfrm>
            <a:off x="751396" y="1393473"/>
            <a:ext cx="7466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6) Monte um programa que realize: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31B04BE-DAA5-7827-FEB1-868643D93C68}"/>
              </a:ext>
            </a:extLst>
          </p:cNvPr>
          <p:cNvSpPr txBox="1"/>
          <p:nvPr/>
        </p:nvSpPr>
        <p:spPr>
          <a:xfrm>
            <a:off x="962580" y="1915050"/>
            <a:ext cx="7255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cálculo da diferença do volume de dois tetraedros, sendo que o menor tem ¼ do volume do maior. Utilize o dado do exercício 4.</a:t>
            </a:r>
          </a:p>
        </p:txBody>
      </p:sp>
      <p:pic>
        <p:nvPicPr>
          <p:cNvPr id="2" name="Picture 2" descr="Poliedro dual de um tetraedro">
            <a:extLst>
              <a:ext uri="{FF2B5EF4-FFF2-40B4-BE49-F238E27FC236}">
                <a16:creationId xmlns:a16="http://schemas.microsoft.com/office/drawing/2014/main" id="{1C218778-9166-8AF2-9AE3-C2C515193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644" y="3216623"/>
            <a:ext cx="2962275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1251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862719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2023  Prof. Dr. Sandro </a:t>
            </a:r>
            <a:r>
              <a:rPr kumimoji="1" lang="en-US" sz="2000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Aparecido</a:t>
            </a: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 Ferraz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3640</TotalTime>
  <Words>198</Words>
  <Application>Microsoft Office PowerPoint</Application>
  <PresentationFormat>On-screen Show (4:3)</PresentationFormat>
  <Paragraphs>28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Laboratório FIAP</cp:lastModifiedBy>
  <cp:revision>485</cp:revision>
  <cp:lastPrinted>2016-02-15T09:06:24Z</cp:lastPrinted>
  <dcterms:created xsi:type="dcterms:W3CDTF">2015-02-07T21:24:47Z</dcterms:created>
  <dcterms:modified xsi:type="dcterms:W3CDTF">2024-08-20T22:39:55Z</dcterms:modified>
</cp:coreProperties>
</file>