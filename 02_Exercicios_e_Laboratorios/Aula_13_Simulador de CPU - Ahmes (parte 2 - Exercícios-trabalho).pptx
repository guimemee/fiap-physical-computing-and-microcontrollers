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1"/>
  </p:notesMasterIdLst>
  <p:handoutMasterIdLst>
    <p:handoutMasterId r:id="rId12"/>
  </p:handoutMasterIdLst>
  <p:sldIdLst>
    <p:sldId id="256" r:id="rId6"/>
    <p:sldId id="487" r:id="rId7"/>
    <p:sldId id="534" r:id="rId8"/>
    <p:sldId id="657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71" d="100"/>
          <a:sy n="71" d="100"/>
        </p:scale>
        <p:origin x="1757" y="48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12/09/2023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</a:t>
            </a:r>
            <a:r>
              <a:rPr lang="pt-BR" altLang="pt-BR" sz="2400" b="1">
                <a:solidFill>
                  <a:srgbClr val="FF0000"/>
                </a:solidFill>
              </a:rPr>
              <a:t>Ahmes</a:t>
            </a:r>
            <a:endParaRPr lang="pt-BR" altLang="pt-BR" sz="2400" b="1" dirty="0">
              <a:solidFill>
                <a:srgbClr val="FF0000"/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200" b="1" u="none" dirty="0">
                <a:solidFill>
                  <a:srgbClr val="FF0000"/>
                </a:solidFill>
              </a:rPr>
              <a:t>Exercícios (individual – entregar no final da próxima aula)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361A3DE-57E9-690A-28DE-634E8CA24B52}"/>
              </a:ext>
            </a:extLst>
          </p:cNvPr>
          <p:cNvSpPr txBox="1"/>
          <p:nvPr/>
        </p:nvSpPr>
        <p:spPr>
          <a:xfrm>
            <a:off x="751396" y="1747435"/>
            <a:ext cx="74667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1. Monte um programa que realize: ((5 x  8) – 20)/2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2. Monte um programa que realize: (15 +  8) x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3. Monte um programa que realize: ((2 + 1)^3) /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Monte um programa que realize: (5 + 26) / 3.</a:t>
            </a:r>
          </a:p>
          <a:p>
            <a:pPr algn="just"/>
            <a:r>
              <a:rPr lang="pt-BR" sz="1600" dirty="0"/>
              <a:t> </a:t>
            </a:r>
          </a:p>
          <a:p>
            <a:pPr algn="just"/>
            <a:r>
              <a:rPr lang="pt-BR" sz="1600" dirty="0"/>
              <a:t>5. Monte um programa que realiza a multiplicação ((2 + 1) * 3) / 2.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6. Faça um programa para realizar a operação a &gt; b. Se a &gt; b, o programa deverá realizar a operação a + b. Caso contrário, deverá realizar a operação a*b.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7. Faça um programa para calcular o Índice de Massa Corporal (IMC) de uma pessoa.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8. Execute vários valores de 8 bits: Valor1 * Valor2 * Valor3 + Valor4 + Valor5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Monte um programa que realize:  (A – B)^2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Contador: Laço de contagem regressiva de 100 até 10</a:t>
            </a:r>
          </a:p>
        </p:txBody>
      </p:sp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3614</TotalTime>
  <Words>243</Words>
  <Application>Microsoft Office PowerPoint</Application>
  <PresentationFormat>Apresentação na tela (4:3)</PresentationFormat>
  <Paragraphs>25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5</vt:i4>
      </vt:variant>
    </vt:vector>
  </HeadingPairs>
  <TitlesOfParts>
    <vt:vector size="17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482</cp:revision>
  <cp:lastPrinted>2016-02-15T09:06:24Z</cp:lastPrinted>
  <dcterms:created xsi:type="dcterms:W3CDTF">2015-02-07T21:24:47Z</dcterms:created>
  <dcterms:modified xsi:type="dcterms:W3CDTF">2023-09-12T18:01:07Z</dcterms:modified>
</cp:coreProperties>
</file>