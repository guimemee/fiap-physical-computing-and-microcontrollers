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6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101" d="100"/>
          <a:sy n="101" d="100"/>
        </p:scale>
        <p:origin x="78" y="102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17/08/2023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>
                <a:solidFill>
                  <a:srgbClr val="FF0000"/>
                </a:solidFill>
              </a:rPr>
              <a:t>Exercícios revisão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AB0BA5-363D-DF03-1E88-ECF7A3BD451D}"/>
              </a:ext>
            </a:extLst>
          </p:cNvPr>
          <p:cNvSpPr txBox="1"/>
          <p:nvPr/>
        </p:nvSpPr>
        <p:spPr>
          <a:xfrm>
            <a:off x="661945" y="1241228"/>
            <a:ext cx="746677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pt-BR" dirty="0"/>
              <a:t>Crie um programa para tornar um dado na memória negativo, usando complemento de dois. </a:t>
            </a:r>
          </a:p>
          <a:p>
            <a:pPr marL="342900" indent="-342900" algn="just">
              <a:buAutoNum type="arabicParenR"/>
            </a:pPr>
            <a:r>
              <a:rPr lang="pt-BR" dirty="0"/>
              <a:t>Faça um programa para realizar a multiplicação de dois números a ∗ b (somas sucessivas) </a:t>
            </a:r>
          </a:p>
          <a:p>
            <a:pPr marL="342900" indent="-342900" algn="just">
              <a:buAutoNum type="arabicParenR"/>
            </a:pPr>
            <a:r>
              <a:rPr lang="pt-BR" dirty="0"/>
              <a:t>Faça um programa para realizar a divisão de dois números a / b (subtrações sucessivas) </a:t>
            </a:r>
          </a:p>
          <a:p>
            <a:pPr marL="342900" indent="-342900" algn="just">
              <a:buAutoNum type="arabicParenR"/>
            </a:pPr>
            <a:r>
              <a:rPr lang="pt-BR" dirty="0"/>
              <a:t>Faça um programa para realizar a operação a &gt; b Se a &gt; b, o programa deverá escrever 1 em uma posição da memória. Caso contrário, deverá escrever 0 </a:t>
            </a:r>
          </a:p>
          <a:p>
            <a:pPr marL="342900" indent="-342900" algn="just">
              <a:buAutoNum type="arabicParenR"/>
            </a:pPr>
            <a:r>
              <a:rPr lang="pt-BR" dirty="0"/>
              <a:t>Faça um programa para decidir se um número natural é par ou não. Caso o número seja par, o programa deverá escrever 1 na memória. Caso contrário, deverá escrever 0</a:t>
            </a:r>
          </a:p>
          <a:p>
            <a:pPr marL="342900" indent="-342900" algn="just">
              <a:buAutoNum type="arabicParenR"/>
            </a:pPr>
            <a:r>
              <a:rPr lang="pt-BR" dirty="0"/>
              <a:t>Somar vários valores de 8 bits Soma: Valor1 + Valor2 + Valor3 + Valor4 + Valor5 </a:t>
            </a:r>
          </a:p>
          <a:p>
            <a:pPr marL="342900" indent="-342900" algn="just">
              <a:buAutoNum type="arabicParenR"/>
            </a:pPr>
            <a:r>
              <a:rPr lang="pt-BR" dirty="0"/>
              <a:t>Subtrair valores de 8 bits (A – B) </a:t>
            </a:r>
          </a:p>
          <a:p>
            <a:pPr marL="342900" indent="-342900" algn="just">
              <a:buAutoNum type="arabicParenR"/>
            </a:pPr>
            <a:r>
              <a:rPr lang="pt-BR" dirty="0"/>
              <a:t>Contador: Laço de contagem até 10 </a:t>
            </a:r>
          </a:p>
          <a:p>
            <a:pPr marL="342900" indent="-342900" algn="just">
              <a:buAutoNum type="arabicParenR"/>
            </a:pPr>
            <a:r>
              <a:rPr lang="pt-BR"/>
              <a:t>Somar </a:t>
            </a:r>
            <a:r>
              <a:rPr lang="pt-BR" dirty="0"/>
              <a:t>valores positivos compostos de 2 bytes (16 bits!) </a:t>
            </a:r>
          </a:p>
          <a:p>
            <a:pPr marL="342900" indent="-342900" algn="just">
              <a:buAutoNum type="arabicParenR"/>
            </a:pPr>
            <a:r>
              <a:rPr lang="pt-BR" dirty="0"/>
              <a:t>Multiplicar 2 valores (somas sucessivas)</a:t>
            </a:r>
          </a:p>
        </p:txBody>
      </p:sp>
    </p:spTree>
    <p:extLst>
      <p:ext uri="{BB962C8B-B14F-4D97-AF65-F5344CB8AC3E}">
        <p14:creationId xmlns:p14="http://schemas.microsoft.com/office/powerpoint/2010/main" val="162508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3464</TotalTime>
  <Words>212</Words>
  <Application>Microsoft Office PowerPoint</Application>
  <PresentationFormat>On-screen Show (4:3)</PresentationFormat>
  <Paragraphs>16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Logon PF Fiap</cp:lastModifiedBy>
  <cp:revision>470</cp:revision>
  <cp:lastPrinted>2016-02-15T09:06:24Z</cp:lastPrinted>
  <dcterms:created xsi:type="dcterms:W3CDTF">2015-02-07T21:24:47Z</dcterms:created>
  <dcterms:modified xsi:type="dcterms:W3CDTF">2023-08-17T22:25:48Z</dcterms:modified>
</cp:coreProperties>
</file>