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1"/>
  </p:notesMasterIdLst>
  <p:handoutMasterIdLst>
    <p:handoutMasterId r:id="rId12"/>
  </p:handoutMasterIdLst>
  <p:sldIdLst>
    <p:sldId id="256" r:id="rId6"/>
    <p:sldId id="487" r:id="rId7"/>
    <p:sldId id="534" r:id="rId8"/>
    <p:sldId id="657" r:id="rId9"/>
    <p:sldId id="265" r:id="rId10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1" autoAdjust="0"/>
    <p:restoredTop sz="94786" autoAdjust="0"/>
  </p:normalViewPr>
  <p:slideViewPr>
    <p:cSldViewPr snapToGrid="0" snapToObjects="1">
      <p:cViewPr varScale="1">
        <p:scale>
          <a:sx n="75" d="100"/>
          <a:sy n="75" d="100"/>
        </p:scale>
        <p:origin x="1637" y="48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19/10/2023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10/19/2023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27 Electronic Pictures Download Free Images Stock Photos On Unsplash |  bbutton.com.br">
            <a:extLst>
              <a:ext uri="{FF2B5EF4-FFF2-40B4-BE49-F238E27FC236}">
                <a16:creationId xmlns:a16="http://schemas.microsoft.com/office/drawing/2014/main" id="{8D668B22-BDA2-E6E4-2011-3F3D7A348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"/>
            <a:ext cx="9144001" cy="3906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Box 4">
            <a:extLst>
              <a:ext uri="{FF2B5EF4-FFF2-40B4-BE49-F238E27FC236}">
                <a16:creationId xmlns:a16="http://schemas.microsoft.com/office/drawing/2014/main" id="{22602D00-56F9-3355-26BD-455DA66503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219" y="4206898"/>
            <a:ext cx="7766136" cy="448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bIns="0">
            <a:spAutoFit/>
          </a:bodyPr>
          <a:lstStyle>
            <a:lvl1pPr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marL="715963" indent="-90488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t-BR" altLang="pt-BR" sz="2400" b="1" dirty="0">
                <a:solidFill>
                  <a:srgbClr val="FF0000"/>
                </a:solidFill>
              </a:rPr>
              <a:t>	Computador NEANDER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22D2E858-A162-0693-D650-BF399C4FE0AC}"/>
              </a:ext>
            </a:extLst>
          </p:cNvPr>
          <p:cNvCxnSpPr/>
          <p:nvPr/>
        </p:nvCxnSpPr>
        <p:spPr>
          <a:xfrm>
            <a:off x="-1" y="3906078"/>
            <a:ext cx="9144001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383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Simulado NAC: </a:t>
            </a:r>
            <a:r>
              <a:rPr lang="pt-BR" altLang="pt-BR" sz="2600" b="1" u="none" dirty="0" err="1">
                <a:solidFill>
                  <a:srgbClr val="FF0000"/>
                </a:solidFill>
              </a:rPr>
              <a:t>Ahmes</a:t>
            </a:r>
            <a:endParaRPr lang="pt-BR" altLang="pt-BR" sz="2600" b="1" u="none" dirty="0">
              <a:solidFill>
                <a:srgbClr val="FF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3C83D12-6034-C68A-FA5D-2F2539866542}"/>
              </a:ext>
            </a:extLst>
          </p:cNvPr>
          <p:cNvSpPr txBox="1"/>
          <p:nvPr/>
        </p:nvSpPr>
        <p:spPr>
          <a:xfrm>
            <a:off x="751396" y="1747435"/>
            <a:ext cx="746677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dirty="0"/>
              <a:t>1. Monte um programa que realize: ((5 x  8) – 20)/2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2. Monte um programa que realize: (15 +  8) x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3. Monte um programa que realize: ((2 + 1)^3) / 2.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4. Monte um programa que realize: (5 + 26) / 3.</a:t>
            </a:r>
          </a:p>
          <a:p>
            <a:pPr algn="just"/>
            <a:r>
              <a:rPr lang="pt-BR" sz="1600" dirty="0"/>
              <a:t> </a:t>
            </a:r>
          </a:p>
          <a:p>
            <a:pPr algn="just"/>
            <a:r>
              <a:rPr lang="pt-BR" sz="1600" dirty="0"/>
              <a:t>5. Monte um programa que realiza a multiplicação ((2 + 1) * 3) / 2.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6. Faça um programa para realizar a operação a &gt; b. Se a &gt; b, o programa deverá realizar a operação a + b. Caso contrário, deverá realizar a operação a*b.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7. Faça um programa para calcular o Índice de Massa Corporal (IMC) de uma pessoa.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8. Execute vários valores de 8 bits: Valor1 * Valor2 * Valor3 + Valor4 + Valor5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9. Monte um programa que realize:  (A – B)^2 </a:t>
            </a:r>
          </a:p>
          <a:p>
            <a:pPr algn="just"/>
            <a:endParaRPr lang="pt-BR" sz="1600" dirty="0"/>
          </a:p>
          <a:p>
            <a:pPr algn="just"/>
            <a:r>
              <a:rPr lang="pt-BR" sz="1600" dirty="0"/>
              <a:t>10. Contador: Laço de contagem regressiva de 100 até 10</a:t>
            </a:r>
          </a:p>
        </p:txBody>
      </p:sp>
    </p:spTree>
    <p:extLst>
      <p:ext uri="{BB962C8B-B14F-4D97-AF65-F5344CB8AC3E}">
        <p14:creationId xmlns:p14="http://schemas.microsoft.com/office/powerpoint/2010/main" val="118166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2023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 xmlns:mv="urn:schemas-microsoft-com:mac:vml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3620</TotalTime>
  <Words>236</Words>
  <Application>Microsoft Office PowerPoint</Application>
  <PresentationFormat>Apresentação na tela (4:3)</PresentationFormat>
  <Paragraphs>25</Paragraphs>
  <Slides>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5</vt:i4>
      </vt:variant>
    </vt:vector>
  </HeadingPairs>
  <TitlesOfParts>
    <vt:vector size="17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Sandro Ferraz</cp:lastModifiedBy>
  <cp:revision>482</cp:revision>
  <cp:lastPrinted>2016-02-15T09:06:24Z</cp:lastPrinted>
  <dcterms:created xsi:type="dcterms:W3CDTF">2015-02-07T21:24:47Z</dcterms:created>
  <dcterms:modified xsi:type="dcterms:W3CDTF">2023-10-19T13:30:25Z</dcterms:modified>
</cp:coreProperties>
</file>