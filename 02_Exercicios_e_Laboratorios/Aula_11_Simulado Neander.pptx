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7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68" d="100"/>
          <a:sy n="68" d="100"/>
        </p:scale>
        <p:origin x="1482" y="60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24/04/2024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Simulado NAC: </a:t>
            </a:r>
            <a:r>
              <a:rPr lang="pt-BR" altLang="pt-BR" sz="2600" b="1" u="none">
                <a:solidFill>
                  <a:srgbClr val="FF0000"/>
                </a:solidFill>
              </a:rPr>
              <a:t>Neander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74743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3620</TotalTime>
  <Words>236</Words>
  <Application>Microsoft Office PowerPoint</Application>
  <PresentationFormat>On-screen Show (4:3)</PresentationFormat>
  <Paragraphs>25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Logon PF Fiap</cp:lastModifiedBy>
  <cp:revision>483</cp:revision>
  <cp:lastPrinted>2016-02-15T09:06:24Z</cp:lastPrinted>
  <dcterms:created xsi:type="dcterms:W3CDTF">2015-02-07T21:24:47Z</dcterms:created>
  <dcterms:modified xsi:type="dcterms:W3CDTF">2024-04-24T11:06:39Z</dcterms:modified>
</cp:coreProperties>
</file>